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7" r:id="rId3"/>
    <p:sldId id="276" r:id="rId4"/>
    <p:sldId id="275" r:id="rId5"/>
    <p:sldId id="274" r:id="rId6"/>
    <p:sldId id="273" r:id="rId7"/>
    <p:sldId id="272" r:id="rId8"/>
    <p:sldId id="271" r:id="rId9"/>
    <p:sldId id="270" r:id="rId10"/>
    <p:sldId id="269" r:id="rId11"/>
    <p:sldId id="268" r:id="rId12"/>
    <p:sldId id="267" r:id="rId13"/>
    <p:sldId id="266" r:id="rId14"/>
    <p:sldId id="265" r:id="rId15"/>
    <p:sldId id="264" r:id="rId16"/>
    <p:sldId id="263" r:id="rId17"/>
    <p:sldId id="262" r:id="rId18"/>
    <p:sldId id="261" r:id="rId19"/>
    <p:sldId id="278" r:id="rId20"/>
    <p:sldId id="259" r:id="rId21"/>
    <p:sldId id="258" r:id="rId22"/>
    <p:sldId id="257" r:id="rId23"/>
    <p:sldId id="279" r:id="rId24"/>
    <p:sldId id="280" r:id="rId25"/>
    <p:sldId id="281" r:id="rId26"/>
    <p:sldId id="282" r:id="rId27"/>
    <p:sldId id="283" r:id="rId28"/>
  </p:sldIdLst>
  <p:sldSz cx="10693400" cy="7556500"/>
  <p:notesSz cx="6858000" cy="9144000"/>
  <p:embeddedFontLst>
    <p:embeddedFont>
      <p:font typeface="Ara Hamah 1982" panose="020B0604020202020204" charset="-78"/>
      <p:regular r:id="rId29"/>
    </p:embeddedFont>
    <p:embeddedFont>
      <p:font typeface="Kunstler Script" panose="030304020206070D0D06" pitchFamily="66" charset="0"/>
      <p:regular r:id="rId30"/>
    </p:embeddedFont>
    <p:embeddedFont>
      <p:font typeface="Symphony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1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5" d="100"/>
          <a:sy n="95" d="100"/>
        </p:scale>
        <p:origin x="160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na Sirosh" userId="7557f201f0543514" providerId="LiveId" clId="{6E37DB5F-1D27-4388-8B60-CDB68034A990}"/>
    <pc:docChg chg="undo redo custSel modSld">
      <pc:chgData name="Simna Sirosh" userId="7557f201f0543514" providerId="LiveId" clId="{6E37DB5F-1D27-4388-8B60-CDB68034A990}" dt="2026-06-12T08:49:31.930" v="227" actId="20577"/>
      <pc:docMkLst>
        <pc:docMk/>
      </pc:docMkLst>
      <pc:sldChg chg="modSp mod">
        <pc:chgData name="Simna Sirosh" userId="7557f201f0543514" providerId="LiveId" clId="{6E37DB5F-1D27-4388-8B60-CDB68034A990}" dt="2026-06-12T08:32:18.030" v="7" actId="20577"/>
        <pc:sldMkLst>
          <pc:docMk/>
          <pc:sldMk cId="0" sldId="256"/>
        </pc:sldMkLst>
        <pc:spChg chg="mod">
          <ac:chgData name="Simna Sirosh" userId="7557f201f0543514" providerId="LiveId" clId="{6E37DB5F-1D27-4388-8B60-CDB68034A990}" dt="2026-06-12T08:32:18.030" v="7" actId="20577"/>
          <ac:spMkLst>
            <pc:docMk/>
            <pc:sldMk cId="0" sldId="256"/>
            <ac:spMk id="24" creationId="{00000000-0000-0000-0000-000000000000}"/>
          </ac:spMkLst>
        </pc:spChg>
      </pc:sldChg>
      <pc:sldChg chg="modSp mod">
        <pc:chgData name="Simna Sirosh" userId="7557f201f0543514" providerId="LiveId" clId="{6E37DB5F-1D27-4388-8B60-CDB68034A990}" dt="2026-06-12T08:36:02.337" v="175" actId="20577"/>
        <pc:sldMkLst>
          <pc:docMk/>
          <pc:sldMk cId="930616998" sldId="257"/>
        </pc:sldMkLst>
        <pc:spChg chg="mod">
          <ac:chgData name="Simna Sirosh" userId="7557f201f0543514" providerId="LiveId" clId="{6E37DB5F-1D27-4388-8B60-CDB68034A990}" dt="2026-06-12T08:36:02.337" v="175" actId="20577"/>
          <ac:spMkLst>
            <pc:docMk/>
            <pc:sldMk cId="930616998" sldId="257"/>
            <ac:spMk id="24" creationId="{5456075F-B822-8468-7CF5-DD4362822230}"/>
          </ac:spMkLst>
        </pc:spChg>
      </pc:sldChg>
      <pc:sldChg chg="modSp mod">
        <pc:chgData name="Simna Sirosh" userId="7557f201f0543514" providerId="LiveId" clId="{6E37DB5F-1D27-4388-8B60-CDB68034A990}" dt="2026-06-12T08:35:55.430" v="167" actId="20577"/>
        <pc:sldMkLst>
          <pc:docMk/>
          <pc:sldMk cId="2987851555" sldId="258"/>
        </pc:sldMkLst>
        <pc:spChg chg="mod">
          <ac:chgData name="Simna Sirosh" userId="7557f201f0543514" providerId="LiveId" clId="{6E37DB5F-1D27-4388-8B60-CDB68034A990}" dt="2026-06-12T08:35:55.430" v="167" actId="20577"/>
          <ac:spMkLst>
            <pc:docMk/>
            <pc:sldMk cId="2987851555" sldId="258"/>
            <ac:spMk id="24" creationId="{52D2F198-D1EF-F7AC-9D5D-E7AD5AF0C347}"/>
          </ac:spMkLst>
        </pc:spChg>
      </pc:sldChg>
      <pc:sldChg chg="modSp mod">
        <pc:chgData name="Simna Sirosh" userId="7557f201f0543514" providerId="LiveId" clId="{6E37DB5F-1D27-4388-8B60-CDB68034A990}" dt="2026-06-12T08:35:48.104" v="159" actId="20577"/>
        <pc:sldMkLst>
          <pc:docMk/>
          <pc:sldMk cId="86756613" sldId="259"/>
        </pc:sldMkLst>
        <pc:spChg chg="mod">
          <ac:chgData name="Simna Sirosh" userId="7557f201f0543514" providerId="LiveId" clId="{6E37DB5F-1D27-4388-8B60-CDB68034A990}" dt="2026-06-12T08:35:48.104" v="159" actId="20577"/>
          <ac:spMkLst>
            <pc:docMk/>
            <pc:sldMk cId="86756613" sldId="259"/>
            <ac:spMk id="24" creationId="{39980A13-829A-BC0E-03BD-02571AE6DA5F}"/>
          </ac:spMkLst>
        </pc:spChg>
      </pc:sldChg>
      <pc:sldChg chg="modSp mod">
        <pc:chgData name="Simna Sirosh" userId="7557f201f0543514" providerId="LiveId" clId="{6E37DB5F-1D27-4388-8B60-CDB68034A990}" dt="2026-06-12T08:35:31.514" v="143" actId="20577"/>
        <pc:sldMkLst>
          <pc:docMk/>
          <pc:sldMk cId="490132917" sldId="261"/>
        </pc:sldMkLst>
        <pc:spChg chg="mod">
          <ac:chgData name="Simna Sirosh" userId="7557f201f0543514" providerId="LiveId" clId="{6E37DB5F-1D27-4388-8B60-CDB68034A990}" dt="2026-06-12T08:35:31.514" v="143" actId="20577"/>
          <ac:spMkLst>
            <pc:docMk/>
            <pc:sldMk cId="490132917" sldId="261"/>
            <ac:spMk id="24" creationId="{03B5E7AD-1066-BFA1-8C21-3F1B24BB7B67}"/>
          </ac:spMkLst>
        </pc:spChg>
      </pc:sldChg>
      <pc:sldChg chg="modSp mod">
        <pc:chgData name="Simna Sirosh" userId="7557f201f0543514" providerId="LiveId" clId="{6E37DB5F-1D27-4388-8B60-CDB68034A990}" dt="2026-06-12T08:35:23.910" v="135" actId="20577"/>
        <pc:sldMkLst>
          <pc:docMk/>
          <pc:sldMk cId="2423558169" sldId="262"/>
        </pc:sldMkLst>
        <pc:spChg chg="mod">
          <ac:chgData name="Simna Sirosh" userId="7557f201f0543514" providerId="LiveId" clId="{6E37DB5F-1D27-4388-8B60-CDB68034A990}" dt="2026-06-12T08:35:23.910" v="135" actId="20577"/>
          <ac:spMkLst>
            <pc:docMk/>
            <pc:sldMk cId="2423558169" sldId="262"/>
            <ac:spMk id="24" creationId="{E1DB843B-9F43-89DC-FC75-0263E46257B8}"/>
          </ac:spMkLst>
        </pc:spChg>
      </pc:sldChg>
      <pc:sldChg chg="modSp mod">
        <pc:chgData name="Simna Sirosh" userId="7557f201f0543514" providerId="LiveId" clId="{6E37DB5F-1D27-4388-8B60-CDB68034A990}" dt="2026-06-12T08:35:15.855" v="127" actId="20577"/>
        <pc:sldMkLst>
          <pc:docMk/>
          <pc:sldMk cId="2704985273" sldId="263"/>
        </pc:sldMkLst>
        <pc:spChg chg="mod">
          <ac:chgData name="Simna Sirosh" userId="7557f201f0543514" providerId="LiveId" clId="{6E37DB5F-1D27-4388-8B60-CDB68034A990}" dt="2026-06-12T08:35:15.855" v="127" actId="20577"/>
          <ac:spMkLst>
            <pc:docMk/>
            <pc:sldMk cId="2704985273" sldId="263"/>
            <ac:spMk id="24" creationId="{18F8B720-EB6D-D75E-7ACB-7D829C4FD1F1}"/>
          </ac:spMkLst>
        </pc:spChg>
      </pc:sldChg>
      <pc:sldChg chg="modSp mod">
        <pc:chgData name="Simna Sirosh" userId="7557f201f0543514" providerId="LiveId" clId="{6E37DB5F-1D27-4388-8B60-CDB68034A990}" dt="2026-06-12T08:35:09.671" v="119" actId="20577"/>
        <pc:sldMkLst>
          <pc:docMk/>
          <pc:sldMk cId="3223295112" sldId="264"/>
        </pc:sldMkLst>
        <pc:spChg chg="mod">
          <ac:chgData name="Simna Sirosh" userId="7557f201f0543514" providerId="LiveId" clId="{6E37DB5F-1D27-4388-8B60-CDB68034A990}" dt="2026-06-12T08:35:09.671" v="119" actId="20577"/>
          <ac:spMkLst>
            <pc:docMk/>
            <pc:sldMk cId="3223295112" sldId="264"/>
            <ac:spMk id="24" creationId="{99AD789F-AFFB-154F-E9A5-3C15E39768B6}"/>
          </ac:spMkLst>
        </pc:spChg>
      </pc:sldChg>
      <pc:sldChg chg="modSp mod">
        <pc:chgData name="Simna Sirosh" userId="7557f201f0543514" providerId="LiveId" clId="{6E37DB5F-1D27-4388-8B60-CDB68034A990}" dt="2026-06-12T08:35:02.485" v="111" actId="20577"/>
        <pc:sldMkLst>
          <pc:docMk/>
          <pc:sldMk cId="140815115" sldId="265"/>
        </pc:sldMkLst>
        <pc:spChg chg="mod">
          <ac:chgData name="Simna Sirosh" userId="7557f201f0543514" providerId="LiveId" clId="{6E37DB5F-1D27-4388-8B60-CDB68034A990}" dt="2026-06-12T08:35:02.485" v="111" actId="20577"/>
          <ac:spMkLst>
            <pc:docMk/>
            <pc:sldMk cId="140815115" sldId="265"/>
            <ac:spMk id="24" creationId="{1E9B079E-F2EA-60BF-FD90-DD348F9707B9}"/>
          </ac:spMkLst>
        </pc:spChg>
      </pc:sldChg>
      <pc:sldChg chg="modSp mod">
        <pc:chgData name="Simna Sirosh" userId="7557f201f0543514" providerId="LiveId" clId="{6E37DB5F-1D27-4388-8B60-CDB68034A990}" dt="2026-06-12T08:34:54.590" v="103" actId="20577"/>
        <pc:sldMkLst>
          <pc:docMk/>
          <pc:sldMk cId="1459086829" sldId="266"/>
        </pc:sldMkLst>
        <pc:spChg chg="mod">
          <ac:chgData name="Simna Sirosh" userId="7557f201f0543514" providerId="LiveId" clId="{6E37DB5F-1D27-4388-8B60-CDB68034A990}" dt="2026-06-12T08:34:54.590" v="103" actId="20577"/>
          <ac:spMkLst>
            <pc:docMk/>
            <pc:sldMk cId="1459086829" sldId="266"/>
            <ac:spMk id="24" creationId="{CF877721-BFFD-CEE4-3B4D-B25381206D0A}"/>
          </ac:spMkLst>
        </pc:spChg>
      </pc:sldChg>
      <pc:sldChg chg="modSp mod">
        <pc:chgData name="Simna Sirosh" userId="7557f201f0543514" providerId="LiveId" clId="{6E37DB5F-1D27-4388-8B60-CDB68034A990}" dt="2026-06-12T08:34:45.836" v="95" actId="20577"/>
        <pc:sldMkLst>
          <pc:docMk/>
          <pc:sldMk cId="2155812851" sldId="267"/>
        </pc:sldMkLst>
        <pc:spChg chg="mod">
          <ac:chgData name="Simna Sirosh" userId="7557f201f0543514" providerId="LiveId" clId="{6E37DB5F-1D27-4388-8B60-CDB68034A990}" dt="2026-06-12T08:34:45.836" v="95" actId="20577"/>
          <ac:spMkLst>
            <pc:docMk/>
            <pc:sldMk cId="2155812851" sldId="267"/>
            <ac:spMk id="24" creationId="{3D986DB6-355F-905C-8928-F2439F7D24A5}"/>
          </ac:spMkLst>
        </pc:spChg>
      </pc:sldChg>
      <pc:sldChg chg="modSp mod">
        <pc:chgData name="Simna Sirosh" userId="7557f201f0543514" providerId="LiveId" clId="{6E37DB5F-1D27-4388-8B60-CDB68034A990}" dt="2026-06-12T08:34:39.803" v="87" actId="20577"/>
        <pc:sldMkLst>
          <pc:docMk/>
          <pc:sldMk cId="3403806324" sldId="268"/>
        </pc:sldMkLst>
        <pc:spChg chg="mod">
          <ac:chgData name="Simna Sirosh" userId="7557f201f0543514" providerId="LiveId" clId="{6E37DB5F-1D27-4388-8B60-CDB68034A990}" dt="2026-06-12T08:34:39.803" v="87" actId="20577"/>
          <ac:spMkLst>
            <pc:docMk/>
            <pc:sldMk cId="3403806324" sldId="268"/>
            <ac:spMk id="24" creationId="{92933D58-AA5E-0639-2890-76BAE7F15F80}"/>
          </ac:spMkLst>
        </pc:spChg>
      </pc:sldChg>
      <pc:sldChg chg="modSp mod">
        <pc:chgData name="Simna Sirosh" userId="7557f201f0543514" providerId="LiveId" clId="{6E37DB5F-1D27-4388-8B60-CDB68034A990}" dt="2026-06-12T08:34:32.212" v="79" actId="20577"/>
        <pc:sldMkLst>
          <pc:docMk/>
          <pc:sldMk cId="328350189" sldId="269"/>
        </pc:sldMkLst>
        <pc:spChg chg="mod">
          <ac:chgData name="Simna Sirosh" userId="7557f201f0543514" providerId="LiveId" clId="{6E37DB5F-1D27-4388-8B60-CDB68034A990}" dt="2026-06-12T08:34:32.212" v="79" actId="20577"/>
          <ac:spMkLst>
            <pc:docMk/>
            <pc:sldMk cId="328350189" sldId="269"/>
            <ac:spMk id="24" creationId="{5B016492-8FF7-3C08-E9B5-295E24D7C5B3}"/>
          </ac:spMkLst>
        </pc:spChg>
      </pc:sldChg>
      <pc:sldChg chg="modSp mod">
        <pc:chgData name="Simna Sirosh" userId="7557f201f0543514" providerId="LiveId" clId="{6E37DB5F-1D27-4388-8B60-CDB68034A990}" dt="2026-06-12T08:34:25.743" v="71" actId="20577"/>
        <pc:sldMkLst>
          <pc:docMk/>
          <pc:sldMk cId="1358142655" sldId="270"/>
        </pc:sldMkLst>
        <pc:spChg chg="mod">
          <ac:chgData name="Simna Sirosh" userId="7557f201f0543514" providerId="LiveId" clId="{6E37DB5F-1D27-4388-8B60-CDB68034A990}" dt="2026-06-12T08:34:25.743" v="71" actId="20577"/>
          <ac:spMkLst>
            <pc:docMk/>
            <pc:sldMk cId="1358142655" sldId="270"/>
            <ac:spMk id="24" creationId="{3EF834A1-D324-9E18-6FF9-62F108639058}"/>
          </ac:spMkLst>
        </pc:spChg>
      </pc:sldChg>
      <pc:sldChg chg="modSp mod">
        <pc:chgData name="Simna Sirosh" userId="7557f201f0543514" providerId="LiveId" clId="{6E37DB5F-1D27-4388-8B60-CDB68034A990}" dt="2026-06-12T08:34:11.322" v="63" actId="20577"/>
        <pc:sldMkLst>
          <pc:docMk/>
          <pc:sldMk cId="1358841275" sldId="271"/>
        </pc:sldMkLst>
        <pc:spChg chg="mod">
          <ac:chgData name="Simna Sirosh" userId="7557f201f0543514" providerId="LiveId" clId="{6E37DB5F-1D27-4388-8B60-CDB68034A990}" dt="2026-06-12T08:34:11.322" v="63" actId="20577"/>
          <ac:spMkLst>
            <pc:docMk/>
            <pc:sldMk cId="1358841275" sldId="271"/>
            <ac:spMk id="24" creationId="{FC3F93FE-623D-C3D4-4364-16092985D0A2}"/>
          </ac:spMkLst>
        </pc:spChg>
      </pc:sldChg>
      <pc:sldChg chg="modSp mod">
        <pc:chgData name="Simna Sirosh" userId="7557f201f0543514" providerId="LiveId" clId="{6E37DB5F-1D27-4388-8B60-CDB68034A990}" dt="2026-06-12T08:34:02.979" v="55" actId="20577"/>
        <pc:sldMkLst>
          <pc:docMk/>
          <pc:sldMk cId="1427043571" sldId="272"/>
        </pc:sldMkLst>
        <pc:spChg chg="mod">
          <ac:chgData name="Simna Sirosh" userId="7557f201f0543514" providerId="LiveId" clId="{6E37DB5F-1D27-4388-8B60-CDB68034A990}" dt="2026-06-12T08:34:02.979" v="55" actId="20577"/>
          <ac:spMkLst>
            <pc:docMk/>
            <pc:sldMk cId="1427043571" sldId="272"/>
            <ac:spMk id="24" creationId="{F77D3255-04E1-CAAE-AA76-32D81B25540B}"/>
          </ac:spMkLst>
        </pc:spChg>
      </pc:sldChg>
      <pc:sldChg chg="modSp mod">
        <pc:chgData name="Simna Sirosh" userId="7557f201f0543514" providerId="LiveId" clId="{6E37DB5F-1D27-4388-8B60-CDB68034A990}" dt="2026-06-12T08:33:17.192" v="47" actId="20577"/>
        <pc:sldMkLst>
          <pc:docMk/>
          <pc:sldMk cId="1648102681" sldId="273"/>
        </pc:sldMkLst>
        <pc:spChg chg="mod">
          <ac:chgData name="Simna Sirosh" userId="7557f201f0543514" providerId="LiveId" clId="{6E37DB5F-1D27-4388-8B60-CDB68034A990}" dt="2026-06-12T08:33:17.192" v="47" actId="20577"/>
          <ac:spMkLst>
            <pc:docMk/>
            <pc:sldMk cId="1648102681" sldId="273"/>
            <ac:spMk id="24" creationId="{EE7040C9-E7BF-B474-8D00-BDBAD7D24F03}"/>
          </ac:spMkLst>
        </pc:spChg>
      </pc:sldChg>
      <pc:sldChg chg="modSp mod">
        <pc:chgData name="Simna Sirosh" userId="7557f201f0543514" providerId="LiveId" clId="{6E37DB5F-1D27-4388-8B60-CDB68034A990}" dt="2026-06-12T08:33:07.304" v="39" actId="20577"/>
        <pc:sldMkLst>
          <pc:docMk/>
          <pc:sldMk cId="3825794602" sldId="274"/>
        </pc:sldMkLst>
        <pc:spChg chg="mod">
          <ac:chgData name="Simna Sirosh" userId="7557f201f0543514" providerId="LiveId" clId="{6E37DB5F-1D27-4388-8B60-CDB68034A990}" dt="2026-06-12T08:33:07.304" v="39" actId="20577"/>
          <ac:spMkLst>
            <pc:docMk/>
            <pc:sldMk cId="3825794602" sldId="274"/>
            <ac:spMk id="24" creationId="{40D621F9-A621-C7BA-E9D2-72E0D0AA0336}"/>
          </ac:spMkLst>
        </pc:spChg>
      </pc:sldChg>
      <pc:sldChg chg="modSp mod">
        <pc:chgData name="Simna Sirosh" userId="7557f201f0543514" providerId="LiveId" clId="{6E37DB5F-1D27-4388-8B60-CDB68034A990}" dt="2026-06-12T08:32:55.337" v="31" actId="20577"/>
        <pc:sldMkLst>
          <pc:docMk/>
          <pc:sldMk cId="3233424452" sldId="275"/>
        </pc:sldMkLst>
        <pc:spChg chg="mod">
          <ac:chgData name="Simna Sirosh" userId="7557f201f0543514" providerId="LiveId" clId="{6E37DB5F-1D27-4388-8B60-CDB68034A990}" dt="2026-06-12T08:32:55.337" v="31" actId="20577"/>
          <ac:spMkLst>
            <pc:docMk/>
            <pc:sldMk cId="3233424452" sldId="275"/>
            <ac:spMk id="24" creationId="{FA63B30A-2CF6-0084-BFBA-98DBEB76F640}"/>
          </ac:spMkLst>
        </pc:spChg>
      </pc:sldChg>
      <pc:sldChg chg="modSp mod">
        <pc:chgData name="Simna Sirosh" userId="7557f201f0543514" providerId="LiveId" clId="{6E37DB5F-1D27-4388-8B60-CDB68034A990}" dt="2026-06-12T08:32:45.252" v="23" actId="20577"/>
        <pc:sldMkLst>
          <pc:docMk/>
          <pc:sldMk cId="3883295193" sldId="276"/>
        </pc:sldMkLst>
        <pc:spChg chg="mod">
          <ac:chgData name="Simna Sirosh" userId="7557f201f0543514" providerId="LiveId" clId="{6E37DB5F-1D27-4388-8B60-CDB68034A990}" dt="2026-06-12T08:32:45.252" v="23" actId="20577"/>
          <ac:spMkLst>
            <pc:docMk/>
            <pc:sldMk cId="3883295193" sldId="276"/>
            <ac:spMk id="24" creationId="{B06B62E8-0F6C-CE13-4797-05FFE3F6E569}"/>
          </ac:spMkLst>
        </pc:spChg>
      </pc:sldChg>
      <pc:sldChg chg="modSp mod">
        <pc:chgData name="Simna Sirosh" userId="7557f201f0543514" providerId="LiveId" clId="{6E37DB5F-1D27-4388-8B60-CDB68034A990}" dt="2026-06-12T08:32:38.976" v="15" actId="20577"/>
        <pc:sldMkLst>
          <pc:docMk/>
          <pc:sldMk cId="2264906836" sldId="277"/>
        </pc:sldMkLst>
        <pc:spChg chg="mod">
          <ac:chgData name="Simna Sirosh" userId="7557f201f0543514" providerId="LiveId" clId="{6E37DB5F-1D27-4388-8B60-CDB68034A990}" dt="2026-06-12T08:32:38.976" v="15" actId="20577"/>
          <ac:spMkLst>
            <pc:docMk/>
            <pc:sldMk cId="2264906836" sldId="277"/>
            <ac:spMk id="24" creationId="{843793C3-DA4F-6143-F7A6-5B16DC9F8B41}"/>
          </ac:spMkLst>
        </pc:spChg>
      </pc:sldChg>
      <pc:sldChg chg="modSp mod">
        <pc:chgData name="Simna Sirosh" userId="7557f201f0543514" providerId="LiveId" clId="{6E37DB5F-1D27-4388-8B60-CDB68034A990}" dt="2026-06-12T08:49:31.930" v="227" actId="20577"/>
        <pc:sldMkLst>
          <pc:docMk/>
          <pc:sldMk cId="1892997211" sldId="278"/>
        </pc:sldMkLst>
        <pc:spChg chg="mod">
          <ac:chgData name="Simna Sirosh" userId="7557f201f0543514" providerId="LiveId" clId="{6E37DB5F-1D27-4388-8B60-CDB68034A990}" dt="2026-06-12T08:35:38.076" v="151" actId="20577"/>
          <ac:spMkLst>
            <pc:docMk/>
            <pc:sldMk cId="1892997211" sldId="278"/>
            <ac:spMk id="24" creationId="{758A55F1-86CE-FBE3-71A2-21F88502907E}"/>
          </ac:spMkLst>
        </pc:spChg>
        <pc:spChg chg="mod">
          <ac:chgData name="Simna Sirosh" userId="7557f201f0543514" providerId="LiveId" clId="{6E37DB5F-1D27-4388-8B60-CDB68034A990}" dt="2026-06-12T08:49:31.930" v="227" actId="20577"/>
          <ac:spMkLst>
            <pc:docMk/>
            <pc:sldMk cId="1892997211" sldId="278"/>
            <ac:spMk id="27" creationId="{B44E02FE-44C6-2F69-A43A-82B7A8C61276}"/>
          </ac:spMkLst>
        </pc:spChg>
      </pc:sldChg>
      <pc:sldChg chg="modSp mod">
        <pc:chgData name="Simna Sirosh" userId="7557f201f0543514" providerId="LiveId" clId="{6E37DB5F-1D27-4388-8B60-CDB68034A990}" dt="2026-06-12T08:36:09.987" v="183" actId="20577"/>
        <pc:sldMkLst>
          <pc:docMk/>
          <pc:sldMk cId="1320004895" sldId="279"/>
        </pc:sldMkLst>
        <pc:spChg chg="mod">
          <ac:chgData name="Simna Sirosh" userId="7557f201f0543514" providerId="LiveId" clId="{6E37DB5F-1D27-4388-8B60-CDB68034A990}" dt="2026-06-12T08:36:09.987" v="183" actId="20577"/>
          <ac:spMkLst>
            <pc:docMk/>
            <pc:sldMk cId="1320004895" sldId="279"/>
            <ac:spMk id="24" creationId="{F0AC458C-DD1B-1149-E75B-24E1FF891C29}"/>
          </ac:spMkLst>
        </pc:spChg>
      </pc:sldChg>
      <pc:sldChg chg="modSp mod">
        <pc:chgData name="Simna Sirosh" userId="7557f201f0543514" providerId="LiveId" clId="{6E37DB5F-1D27-4388-8B60-CDB68034A990}" dt="2026-06-12T08:37:52.698" v="222" actId="20577"/>
        <pc:sldMkLst>
          <pc:docMk/>
          <pc:sldMk cId="2858888394" sldId="280"/>
        </pc:sldMkLst>
        <pc:spChg chg="mod">
          <ac:chgData name="Simna Sirosh" userId="7557f201f0543514" providerId="LiveId" clId="{6E37DB5F-1D27-4388-8B60-CDB68034A990}" dt="2026-06-12T08:37:52.698" v="222" actId="20577"/>
          <ac:spMkLst>
            <pc:docMk/>
            <pc:sldMk cId="2858888394" sldId="280"/>
            <ac:spMk id="24" creationId="{14135621-E439-BB4D-C042-C7763D414E50}"/>
          </ac:spMkLst>
        </pc:spChg>
      </pc:sldChg>
      <pc:sldChg chg="modSp mod">
        <pc:chgData name="Simna Sirosh" userId="7557f201f0543514" providerId="LiveId" clId="{6E37DB5F-1D27-4388-8B60-CDB68034A990}" dt="2026-06-12T08:37:55.347" v="223" actId="20577"/>
        <pc:sldMkLst>
          <pc:docMk/>
          <pc:sldMk cId="1051061143" sldId="281"/>
        </pc:sldMkLst>
        <pc:spChg chg="mod">
          <ac:chgData name="Simna Sirosh" userId="7557f201f0543514" providerId="LiveId" clId="{6E37DB5F-1D27-4388-8B60-CDB68034A990}" dt="2026-06-12T08:37:55.347" v="223" actId="20577"/>
          <ac:spMkLst>
            <pc:docMk/>
            <pc:sldMk cId="1051061143" sldId="281"/>
            <ac:spMk id="24" creationId="{92B3C08F-64C1-2FBD-769B-FDDAB3CC4301}"/>
          </ac:spMkLst>
        </pc:spChg>
      </pc:sldChg>
      <pc:sldChg chg="modSp mod">
        <pc:chgData name="Simna Sirosh" userId="7557f201f0543514" providerId="LiveId" clId="{6E37DB5F-1D27-4388-8B60-CDB68034A990}" dt="2026-06-12T08:37:57.827" v="224" actId="20577"/>
        <pc:sldMkLst>
          <pc:docMk/>
          <pc:sldMk cId="4212043725" sldId="282"/>
        </pc:sldMkLst>
        <pc:spChg chg="mod">
          <ac:chgData name="Simna Sirosh" userId="7557f201f0543514" providerId="LiveId" clId="{6E37DB5F-1D27-4388-8B60-CDB68034A990}" dt="2026-06-12T08:37:57.827" v="224" actId="20577"/>
          <ac:spMkLst>
            <pc:docMk/>
            <pc:sldMk cId="4212043725" sldId="282"/>
            <ac:spMk id="24" creationId="{ECDF935F-0C8D-5AC6-D37F-57AABAD77A9C}"/>
          </ac:spMkLst>
        </pc:spChg>
      </pc:sldChg>
      <pc:sldChg chg="modSp mod">
        <pc:chgData name="Simna Sirosh" userId="7557f201f0543514" providerId="LiveId" clId="{6E37DB5F-1D27-4388-8B60-CDB68034A990}" dt="2026-06-12T08:37:59.667" v="225" actId="20577"/>
        <pc:sldMkLst>
          <pc:docMk/>
          <pc:sldMk cId="1990157623" sldId="283"/>
        </pc:sldMkLst>
        <pc:spChg chg="mod">
          <ac:chgData name="Simna Sirosh" userId="7557f201f0543514" providerId="LiveId" clId="{6E37DB5F-1D27-4388-8B60-CDB68034A990}" dt="2026-06-12T08:37:41.725" v="217" actId="1076"/>
          <ac:spMkLst>
            <pc:docMk/>
            <pc:sldMk cId="1990157623" sldId="283"/>
            <ac:spMk id="2" creationId="{C4828FF0-0B45-9428-C6DE-BAFA6165426F}"/>
          </ac:spMkLst>
        </pc:spChg>
        <pc:spChg chg="mod">
          <ac:chgData name="Simna Sirosh" userId="7557f201f0543514" providerId="LiveId" clId="{6E37DB5F-1D27-4388-8B60-CDB68034A990}" dt="2026-06-12T08:37:59.667" v="225" actId="20577"/>
          <ac:spMkLst>
            <pc:docMk/>
            <pc:sldMk cId="1990157623" sldId="283"/>
            <ac:spMk id="24" creationId="{6066A270-BCC7-7C93-C60B-43A44ED34E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/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/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/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/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/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/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/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/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0D138-D159-CDBB-08FB-6DA9D538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28C0CE-4AC7-2B44-41D8-E8BD18ED40B7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92327E9-04B2-80D4-720C-AD7726FE18E3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2C2ACDD-C435-3769-24B7-33042D960A2A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D4BA86E-A797-68B2-59FB-D94EAC772813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0C2EFBA-353F-976C-3CD4-5316BAEA0FAD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3B5CACE-B5AA-E708-FF29-CD460C79B74F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6E38EDC-3334-039C-C190-C4DDADE8D1C0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5864A51-3FEC-977F-6619-2C78697374D3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6436D85-5FD4-9B8F-B136-13C573B5B4C6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26F675D7-7955-00C3-FA1A-42680F2D96F9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26C8E70-E5F6-E5BE-F0A9-89F414E6104E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05E417F-4CAD-A358-B19B-5CDE83F595A6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5C42712-81BB-EFD0-DE4D-6C9D80456D4A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BEE66BEC-9981-C979-1777-456D716F16BA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28D0AD9-99B2-4376-42EA-97D0F510AC8E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41A51C50-A319-0EC6-A12B-EA36FB47E948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627A5F7-2AD5-E71C-AF21-314BCCD41F1A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89637B29-D3A0-6E24-0CCA-407E1CB8A40A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310B4E4-7A73-472D-D59B-D44CDD437B9B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3C8C85A-2593-160E-51A4-CFC58253DD55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D361E9F-D202-A639-BF5A-BDCA81D37601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04C7EBB-01D3-0C32-B537-8489DF584C21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43793C3-DA4F-6143-F7A6-5B16DC9F8B41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6A78A3D-521D-8AD5-0A9A-F96D98283F14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3893928-F952-542C-EEE6-2C307335B120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BA9EFD-E4B4-646C-2456-47ECFF2193A4}"/>
              </a:ext>
            </a:extLst>
          </p:cNvPr>
          <p:cNvSpPr txBox="1"/>
          <p:nvPr/>
        </p:nvSpPr>
        <p:spPr>
          <a:xfrm>
            <a:off x="1117016" y="3055962"/>
            <a:ext cx="6591883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200" dirty="0">
                <a:solidFill>
                  <a:srgbClr val="821442"/>
                </a:solidFill>
                <a:latin typeface="Kunstler Script"/>
              </a:rPr>
              <a:t>Latifa </a:t>
            </a:r>
            <a:r>
              <a:rPr lang="en-US" sz="5200" dirty="0" err="1">
                <a:solidFill>
                  <a:srgbClr val="821442"/>
                </a:solidFill>
                <a:latin typeface="Kunstler Script"/>
              </a:rPr>
              <a:t>Faroz</a:t>
            </a:r>
            <a:r>
              <a:rPr lang="en-US" sz="5200" dirty="0">
                <a:solidFill>
                  <a:srgbClr val="821442"/>
                </a:solidFill>
                <a:latin typeface="Kunstler Script"/>
              </a:rPr>
              <a:t> Mohammad Younus</a:t>
            </a:r>
          </a:p>
        </p:txBody>
      </p:sp>
    </p:spTree>
    <p:extLst>
      <p:ext uri="{BB962C8B-B14F-4D97-AF65-F5344CB8AC3E}">
        <p14:creationId xmlns:p14="http://schemas.microsoft.com/office/powerpoint/2010/main" val="2264906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C1E28-9F4D-EC12-369A-14ACF13C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256C13-33FB-9326-E66E-DBDC1DE9A277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3C053C0-1E15-D91F-5892-01281EB20087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49596E4-BDA9-6DEB-55C3-7FDC1F4420D8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6B7964D-776A-2702-4BBB-50E654800798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4203F5B-114D-318B-1BE9-A5AF9E58357C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D47915F-A8EA-FA1F-F836-8B26C8E1E308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5CC991A-1FD3-807E-6FD8-90C78FA5DC63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CD65C2B-3059-8BDD-A23C-4FEA4B07E062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628F3C3-E5B3-3B6F-A90B-04383C9023DF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E5DEC50-BB51-D586-2E93-07444D099456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D015C093-1AD9-A365-4CAB-2BAD4411EAA5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BEED601-17ED-F501-2D94-4653B8343E36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0786A51-C2C0-9EBB-13CC-227EA5AD6A72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39F65093-6215-D846-A432-4286D683723D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CDA1D99D-95A4-04EF-B20C-AF2948DCC4BC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F9A6A50-658B-023D-4567-1E23FFD8A20B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DEAB87D-6A72-9C41-91DE-13975B7F4AD8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A2721409-6E17-6C75-C2C6-96459B083F22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D000503-657C-2EEB-18A9-052B54B7E6F1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FB13484-C03D-1C86-24A1-22111B22051A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C58BD38-7672-2C52-4CE5-CF030D9BADF5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C8F5E0E-B14C-31E3-80EE-E0D590622A66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06B62E8-0F6C-CE13-4797-05FFE3F6E569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E92A96E-0C75-6828-48DF-9054D18416E3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3D1D96-D1AB-D170-7A61-3C85E8BD55A2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CEDA69-5DD6-A213-DF8D-27F0D598A6AC}"/>
              </a:ext>
            </a:extLst>
          </p:cNvPr>
          <p:cNvSpPr txBox="1"/>
          <p:nvPr/>
        </p:nvSpPr>
        <p:spPr>
          <a:xfrm>
            <a:off x="1117016" y="3055962"/>
            <a:ext cx="687406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Maryam Abid Mir Abid Khan</a:t>
            </a:r>
          </a:p>
        </p:txBody>
      </p:sp>
    </p:spTree>
    <p:extLst>
      <p:ext uri="{BB962C8B-B14F-4D97-AF65-F5344CB8AC3E}">
        <p14:creationId xmlns:p14="http://schemas.microsoft.com/office/powerpoint/2010/main" val="3883295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974B-9E38-9754-FD5A-426271A3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7DBAA0-6CB8-986A-8CCF-8E7CDE30CD31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0F4A8E5-FA29-8F3E-F3F9-81FC0A3DB190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4AC927-C77B-0637-6779-26094395121B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2D619A3-35A6-54F1-C4CA-EFDDD9890CE0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E93BBF4-D1C0-C818-703B-1CD04002A783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7BCA4E-95F0-5ABB-B115-E97E194A152E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448B983-FD51-E13F-6950-A887F4D28FC0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5013062-E981-A641-A7C3-D6BD89E657CD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A71B523-1458-0AC2-E611-BC83B24F2967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E4F27F66-2BCA-A137-A92B-0976E94572D9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9731921-6F45-B9FD-046D-08E6FD529922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B52191C-B596-22C5-F1DD-3A3968B037E1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0904C57-918A-B2BD-8798-6DDE6BA3036E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946127F2-1660-C3AF-10C0-FFA885E7F882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7DC6A0D-138E-C558-193C-E2A7EFF09FC9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12D2317-6FBC-EB1C-21AE-AEEDE70A3E33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0A74414B-67C1-BDAA-9338-5C5D1D7F2BAF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0850F4DF-BF11-0C5B-C126-86558A8CE190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F84C5EE-B388-F9CE-8E9F-40B75B0385F9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E7C282E-B16C-3697-1577-9657D6AE8AD3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FFA3BB6-08D3-4561-745F-36F02AD27956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B6E36FF-9AE3-AFCB-663F-551DB4520973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A63B30A-2CF6-0084-BFBA-98DBEB76F640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47E9389-B199-B279-75A2-2872846EA6BA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3AC3B64-DA59-B157-8B52-EADD6D1E2708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8286AA-2013-0CA7-0FBE-6AE66B99AFFA}"/>
              </a:ext>
            </a:extLst>
          </p:cNvPr>
          <p:cNvSpPr txBox="1"/>
          <p:nvPr/>
        </p:nvSpPr>
        <p:spPr>
          <a:xfrm>
            <a:off x="1117017" y="3055962"/>
            <a:ext cx="669409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Zainab Shahbaz</a:t>
            </a:r>
          </a:p>
        </p:txBody>
      </p:sp>
    </p:spTree>
    <p:extLst>
      <p:ext uri="{BB962C8B-B14F-4D97-AF65-F5344CB8AC3E}">
        <p14:creationId xmlns:p14="http://schemas.microsoft.com/office/powerpoint/2010/main" val="323342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A3BD2-6C6C-8A46-4342-B067101F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F6E55E-2EC4-C816-BD0C-7FE9A3DBF206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9696A4D-45C3-BB2A-1AF6-DB21FF0DA7F0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8464196-FF96-3639-3615-3F04C87B63B3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C707BE-34E1-2A78-3727-0FB5AF53C74F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5531CF7-5B5E-ED0C-2169-1E0168BA2E16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AD78184-9A33-7161-7493-14410CB2E6BB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CD3D247-44B5-BC73-6C30-5868D99A6B03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D37D443-57D8-B9F6-E3A9-762DCA3E103D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C5A4AE4-2180-DEB6-2C75-A6C15FD5B2D0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AA4F5C1B-737E-A70F-EEFC-84B90613F791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183AC94-EA54-19D3-AAF4-A2E3FCE7E779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7B3D54C-AAA1-72F9-9395-43EE79D537E8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95BBB4C-4376-6969-5F14-61BC2BC1AF68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651C7F55-C42F-F106-A398-68F3170B5B98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F2ACE6C-6C34-756B-5AFC-CF008EC980AD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48CE620-6EDF-D006-C9FF-7B74B6301085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583C06C-85B7-FB90-637F-A241B6A44406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39EACC63-E527-B24A-F3A1-8B79BB5C76C3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D25320A-F064-EDAF-5DCC-7831AEDD355C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A8071E0-3C92-6C60-6528-050EE936CC86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3706413-B4CE-0AAA-6FB5-B39A19F9C82B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31EF6FE-FB42-0097-F4BD-9D280D19477C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0D621F9-A621-C7BA-E9D2-72E0D0AA0336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8E9817B-C403-58BB-28AE-8F32231877B5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2F09BB1-6F2E-000A-AE27-B7757A465CBC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8FD7A2-2BE2-A449-C242-6AC9372D073A}"/>
              </a:ext>
            </a:extLst>
          </p:cNvPr>
          <p:cNvSpPr txBox="1"/>
          <p:nvPr/>
        </p:nvSpPr>
        <p:spPr>
          <a:xfrm>
            <a:off x="1117017" y="3055962"/>
            <a:ext cx="703603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Nimra Shahbaz </a:t>
            </a:r>
          </a:p>
        </p:txBody>
      </p:sp>
    </p:spTree>
    <p:extLst>
      <p:ext uri="{BB962C8B-B14F-4D97-AF65-F5344CB8AC3E}">
        <p14:creationId xmlns:p14="http://schemas.microsoft.com/office/powerpoint/2010/main" val="382579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C7802-AD71-847C-E79E-D9456B3AD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6F8AD0-E362-206A-D116-4083FF86C690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D575210-70B5-99CD-624F-6723D7195750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7A6A4E5-6EA4-F37A-E967-B1263852C63F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7F93245-6282-4018-E1E3-7E79F4B5C21A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2E82225-7A58-5FC9-13BE-557191E5F6FB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AE4C0B5-3D05-6EB7-154A-117D4551D49C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DC25AE-42BD-E7C0-48A7-4BF1FF3C34CE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2FDAACD-7AB5-79D8-C162-BCCDFCD7C5B3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4D06515-B0F5-85D0-85D5-8930A1175324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BED50F22-C929-8D99-846A-B135099DB55D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84837EBF-4AFC-E6F9-E90C-3DB02ABB16EE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2D9E577-2513-E1A8-30E4-AD9314A9D121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033D047-B9BB-61DE-33F3-C1E8437FE89E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4591C4E-DD21-418E-AB1C-B7763EB021B0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407B8A9-1E8F-9019-2E3C-E827D43CFB4E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3CC52E7-FC54-D9F8-B384-A0B1369C15E8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8F94E20A-9AF9-A69E-188D-B2F13228C3C1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53B244F1-5898-7D36-DF61-49D5976C7A16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7AD87DC-0027-C280-560A-6E191090D31B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6C5AC50-68AD-7515-B4F0-0932432C6936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F3C1E9D-BC6D-8C8F-7339-272CFD11E19D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555C2D7-1DA4-4BDA-3F43-1414505C3A26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E7040C9-E7BF-B474-8D00-BDBAD7D24F03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575E415-5C1D-985E-54D2-C0C788A5C8AA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4CB4ECF-FFAE-0926-64C4-4BFC682F0417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B64D9D-4771-A809-035B-B1C509EF563C}"/>
              </a:ext>
            </a:extLst>
          </p:cNvPr>
          <p:cNvSpPr txBox="1"/>
          <p:nvPr/>
        </p:nvSpPr>
        <p:spPr>
          <a:xfrm>
            <a:off x="1117017" y="3055962"/>
            <a:ext cx="639991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Syed Arham Rahman Syed</a:t>
            </a:r>
          </a:p>
        </p:txBody>
      </p:sp>
    </p:spTree>
    <p:extLst>
      <p:ext uri="{BB962C8B-B14F-4D97-AF65-F5344CB8AC3E}">
        <p14:creationId xmlns:p14="http://schemas.microsoft.com/office/powerpoint/2010/main" val="1648102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4BCBC-9AD2-4A0A-F1DB-1A017B4C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597745-C8F4-ACB6-F323-8D9196A136CD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664E2D9-0331-BA33-D7C2-8FABB12B0173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E72548-47C8-14D4-0FC3-2383C500F572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E7B8C0B-CBAC-D7DB-B942-8E2077909AD7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931064D-0388-73B4-11CF-60417DD1311F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56A8D5C-DB99-E301-F978-DD0E95E5EF0D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E7A3C4F-AD4D-D4C9-40A0-6498CE9394E9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A011736-DA24-0AC8-012F-1115138576B8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AA40D90-FA63-B3D2-75EF-D9013A65C026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EB5602A7-3000-6532-6FF8-82CA6D514AD9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14420A9-3F70-4EA3-5D80-FE40028A4B84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6755575-1E39-01C6-85F5-54E01D21BC51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B1A1C96-D40A-D109-7476-F73F331B9C92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D313B83-9059-8794-31FB-2D34F6A96783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7487C65-C241-2951-A9E3-2061D49F2984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311DA406-436B-D466-AF5B-89B97308F3CA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3F08F336-A012-A1A7-9AF0-3D4BBFD40987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ED0FF9CC-EC5C-B5EB-EA6A-425A8B92A0C3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A10ECB3-434D-955B-247A-560037A4B378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B09DA36-1B37-FF5A-D8E2-3D400F07DD9A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D85BFFD-5442-E242-FE27-65313FEBCE0A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BCC10A5-F821-2FF1-E3AC-33D438CD0539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77D3255-04E1-CAAE-AA76-32D81B25540B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079B48A-AC46-F988-DBDC-B50C88064AD9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5A9E803-8B25-4D13-636C-59CCF1C3BDD3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773FAD-1407-C339-0FB1-BDE04ABFC65F}"/>
              </a:ext>
            </a:extLst>
          </p:cNvPr>
          <p:cNvSpPr txBox="1"/>
          <p:nvPr/>
        </p:nvSpPr>
        <p:spPr>
          <a:xfrm>
            <a:off x="1117016" y="3055962"/>
            <a:ext cx="6972883" cy="8463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v-SE" sz="4900" dirty="0">
                <a:solidFill>
                  <a:srgbClr val="821442"/>
                </a:solidFill>
                <a:latin typeface="Kunstler Script"/>
              </a:rPr>
              <a:t>Roshel Sinaly De Silva Weddikkara</a:t>
            </a:r>
            <a:endParaRPr lang="en-US" sz="4900" dirty="0">
              <a:solidFill>
                <a:srgbClr val="821442"/>
              </a:solidFill>
              <a:latin typeface="Kunstler Script"/>
            </a:endParaRPr>
          </a:p>
        </p:txBody>
      </p:sp>
    </p:spTree>
    <p:extLst>
      <p:ext uri="{BB962C8B-B14F-4D97-AF65-F5344CB8AC3E}">
        <p14:creationId xmlns:p14="http://schemas.microsoft.com/office/powerpoint/2010/main" val="142704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A32B-D943-2EC9-0D4D-1D713CD79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0271EC-D971-EC67-B647-1453E78C47B0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F92E265-9821-E374-3D3C-07E3654222DE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FD5FDA-D48F-47F2-4451-9B7A08B5F8A0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BEA4251-16AF-1565-48BA-7846B5A714AC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65711CE-2CD7-3A60-F597-C2E3BF9D46E9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66A8442-BF52-B258-54B9-52184FEF71BF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ECCC1F3-B638-BCD9-17D3-90412AD0267E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BED4751-074C-7A08-BBB8-C68574D12B41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45B410A-B7EE-C0D3-7A65-96D4D40B8CA2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C8D5201-A2B2-E5D8-AE2D-B7AA7EFAB6E6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D8418404-90F9-DDC8-8E2D-129FB88DC8A7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9713455-56ED-74BC-75C0-6B09E0CBF93A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685F7FF-E64F-666C-10D2-0C2088730B1D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3876FE0-542E-004F-A72E-FAD2917E55C6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9DFC25B-D695-5D43-0135-D1D84B293BE3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521B3D18-3BD5-C171-A9F8-8C7E702E4E88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D8A6110-D490-7971-4715-5D0017C3F7D1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EBCD109D-55ED-DB02-C4EF-6816C5691D96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46B5093-8DF1-A3EA-B674-DA40A9CBBCA2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2C29DEB-140F-51EC-5001-8118795C7A77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07FDCAC-63C4-1571-B6AE-113D4C7A90B6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25D6370-14D7-44DC-F997-01DEF3E952A3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C3F93FE-623D-C3D4-4364-16092985D0A2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1796020-17E3-0B8F-24DC-3EEE488B5949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831CBF0-DA35-FB58-5547-7A3F20D63185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73C499-B352-5299-9E9F-325F25B3F3C3}"/>
              </a:ext>
            </a:extLst>
          </p:cNvPr>
          <p:cNvSpPr txBox="1"/>
          <p:nvPr/>
        </p:nvSpPr>
        <p:spPr>
          <a:xfrm>
            <a:off x="1117017" y="3055962"/>
            <a:ext cx="681242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 dirty="0">
                <a:solidFill>
                  <a:srgbClr val="821442"/>
                </a:solidFill>
                <a:latin typeface="Kunstler Script"/>
              </a:rPr>
              <a:t>Mohammed Baktiar Uddin Galib</a:t>
            </a:r>
          </a:p>
        </p:txBody>
      </p:sp>
    </p:spTree>
    <p:extLst>
      <p:ext uri="{BB962C8B-B14F-4D97-AF65-F5344CB8AC3E}">
        <p14:creationId xmlns:p14="http://schemas.microsoft.com/office/powerpoint/2010/main" val="1358841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885BA-E5B8-41F1-5012-1F7802CD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9D50B7-2ACA-BAF2-82CA-CD74D9D1D852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B8AAD63-D865-D8CD-3F18-20E0E1E5A9E0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8B00A57-953C-3B95-6040-331B6613C0F2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85088E0-B3AB-E7BA-AF9F-65C9973475EE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AF26C67-25E2-F954-232F-509265DE719D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0D5CE5D-C9E7-F6F3-E863-021BDC9F4E55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20D4B96-C810-197E-0EB2-3F7A8742BE45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4056BFE-609C-1561-E2D5-CF90067E0C53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2643BC0-8ACD-143F-E8E2-926AB8F0855D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76769F97-B116-F1C9-84D2-D116A0B3BABF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9B6995A-40C8-F7B2-FFC9-111220088EF8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4E2D842-F866-EEBB-B383-07BD6A0F2340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ED260DE-35A0-131C-56BD-CA4E2F0EB9D0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E248EAA5-DC7F-4C12-7595-8870B01FA177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18B24E7-CA3A-9AAF-6DE2-EE9D6FCF7A78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D3D7794-B505-6CE9-4B15-44E2D1F1AAEE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F40B4ED6-C7DD-0547-0D31-BC945E5ADB1D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7FC52222-28EA-6B26-CD82-F746396F0501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40267F3-504C-3A82-1135-3CC69DEB0BD1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9183FEA-F992-FEF8-7086-931D6E02AAFD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B9B7241-6B5B-A25D-B972-BFEA8E4259DD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F8DB4E4-0CF4-4FA9-7C57-02F0E9FD6FFF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EF834A1-D324-9E18-6FF9-62F108639058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4A425A6-6ECF-59ED-D16A-341FA824B186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086ED9C-596A-866F-9860-E73717886BDF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21E49C-F9D7-4D7C-E20E-316BF7C6F63F}"/>
              </a:ext>
            </a:extLst>
          </p:cNvPr>
          <p:cNvSpPr txBox="1"/>
          <p:nvPr/>
        </p:nvSpPr>
        <p:spPr>
          <a:xfrm>
            <a:off x="1117017" y="3055962"/>
            <a:ext cx="48523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Muskan Asif Hussain</a:t>
            </a:r>
          </a:p>
        </p:txBody>
      </p:sp>
    </p:spTree>
    <p:extLst>
      <p:ext uri="{BB962C8B-B14F-4D97-AF65-F5344CB8AC3E}">
        <p14:creationId xmlns:p14="http://schemas.microsoft.com/office/powerpoint/2010/main" val="1358142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CD861-A84D-C3A7-9C8C-68C208ED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3F01B2-6608-67A4-379A-7219591E4E4B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83F2562-95E1-0B21-E5A3-D322448E313A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3EEE36A-010A-9AF3-54CB-60895D7A6147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74A622E-B653-2D80-CD84-EF808807D385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6B258DD-8C6A-0647-C6D9-DBDC3F862110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B9519F1-A1DA-3052-8BC4-56119853267E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A8B5488-1871-35C5-F8E6-0FB6A0088C15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14EA010-AA53-6C9D-2C3A-29549AD8BD6C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EB9AFBD-8DFD-4550-667C-C0AAF51C5689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DCF01D15-E1A5-D170-AF4E-B04E3EFBEA7B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89F6D3D0-7CE3-0CC8-73D4-FBFF06AF1A81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3B1338A-EADB-9C99-51C1-7E7C5605CA87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962C76F-03FB-D3E0-4746-21DFF6A0ECA1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AB09440-25AF-A811-518A-2D7C6BA07B9E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BD43805-87F1-85D9-AE21-BD9FA3F33AFD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56B612B6-9F38-D151-E404-50A08D4A4D3A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1B8D7BE-65F1-7C78-9568-9342B5AB9733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42AE7FCE-F209-CC07-6A85-9BCBEAF0B1AA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755C8EF-7250-7259-CB09-4849FB430A0B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D08A9FE-CD98-160A-EC2C-B0BA976FB263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D9BA138-5FE9-D82F-63E4-537AB6871764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E33CBDF-30A3-7A8C-110F-C2A2A9858020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B016492-8FF7-3C08-E9B5-295E24D7C5B3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288729B-F3B2-F2E2-3E92-75F3EB6AEFFA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EE7D1C4-80E3-536F-398B-A98E567029C6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35C130-5867-5A77-1752-B362C3B12392}"/>
              </a:ext>
            </a:extLst>
          </p:cNvPr>
          <p:cNvSpPr txBox="1"/>
          <p:nvPr/>
        </p:nvSpPr>
        <p:spPr>
          <a:xfrm>
            <a:off x="1117017" y="3055962"/>
            <a:ext cx="48523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Mehrish  </a:t>
            </a:r>
            <a:r>
              <a:rPr lang="en-US" sz="5400" dirty="0" err="1">
                <a:solidFill>
                  <a:srgbClr val="821442"/>
                </a:solidFill>
                <a:latin typeface="Kunstler Script"/>
              </a:rPr>
              <a:t>Zainulabedien</a:t>
            </a:r>
            <a:endParaRPr lang="en-US" sz="5400" dirty="0">
              <a:solidFill>
                <a:srgbClr val="821442"/>
              </a:solidFill>
              <a:latin typeface="Kunstler Script"/>
            </a:endParaRPr>
          </a:p>
        </p:txBody>
      </p:sp>
    </p:spTree>
    <p:extLst>
      <p:ext uri="{BB962C8B-B14F-4D97-AF65-F5344CB8AC3E}">
        <p14:creationId xmlns:p14="http://schemas.microsoft.com/office/powerpoint/2010/main" val="328350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69E-5F4A-D50E-69AC-F806997F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050C54-F417-173D-2B4A-F3516884C1EA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3B07292-6A33-AADD-7166-B73F740C7649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F96719-636A-2348-484B-C504C3F35C93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1362E81-406F-3F3B-2E69-C34E71EC399F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DD781D0-5983-F7A5-9A43-09FA8F12464F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7DE6D6D-A8DC-75A5-1BA5-76ED8F796CC6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40F6FA4-F5F8-B625-159D-66B3A4E1E741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0A3B7B4-C38F-1641-5683-8BF6BD7ED95F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45AB375-CD30-E2EA-05D5-2D028B73BBDC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E8E833AB-0BBA-BA23-7EEE-F00290ED0D66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B7670C54-A208-7B96-4073-76116F5F4434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0BC62D1-332A-2278-12D9-7A34E6D70BB0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4402B09-BEC6-CE07-6128-CB6435262D0B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67B465A-5985-0FB0-7CD1-70CE7AD9E478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012C84C-B34B-74C5-0329-E04767A41F29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23FB7B82-13B9-2EA1-13F5-6D16218CA90C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6941C8DC-D912-F954-CCC2-C5198FBBCADC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CA947CB9-C049-3DB7-AC19-F1914D3D560D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BB19F24-6791-EF88-7D47-BA3138AD5A2B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FFED5C4-CCD0-62B0-C8B8-616397534D31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7D39B98-8FB3-8F09-D340-550163049E99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26CA9E6-8751-00C0-60A0-E105AD3EB92C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2933D58-AA5E-0639-2890-76BAE7F15F80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E5C7C09-4282-5AFB-51CC-AE3F51ED0627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613BA86-78DC-639F-950F-CE9B7592EC27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1C2289-DD5C-A8D2-78BE-A55848C396C2}"/>
              </a:ext>
            </a:extLst>
          </p:cNvPr>
          <p:cNvSpPr txBox="1"/>
          <p:nvPr/>
        </p:nvSpPr>
        <p:spPr>
          <a:xfrm>
            <a:off x="1117016" y="3055962"/>
            <a:ext cx="65918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 err="1">
                <a:solidFill>
                  <a:srgbClr val="821442"/>
                </a:solidFill>
                <a:latin typeface="Kunstler Script"/>
              </a:rPr>
              <a:t>Yasiru</a:t>
            </a:r>
            <a:r>
              <a:rPr lang="en-US" sz="5400" dirty="0">
                <a:solidFill>
                  <a:srgbClr val="821442"/>
                </a:solidFill>
                <a:latin typeface="Kunstler Script"/>
              </a:rPr>
              <a:t>  </a:t>
            </a:r>
            <a:r>
              <a:rPr lang="en-US" sz="5400" dirty="0" err="1">
                <a:solidFill>
                  <a:srgbClr val="821442"/>
                </a:solidFill>
                <a:latin typeface="Kunstler Script"/>
              </a:rPr>
              <a:t>Imalka</a:t>
            </a:r>
            <a:r>
              <a:rPr lang="en-US" sz="5400" dirty="0">
                <a:solidFill>
                  <a:srgbClr val="821442"/>
                </a:solidFill>
                <a:latin typeface="Kunstler Script"/>
              </a:rPr>
              <a:t> Bandara</a:t>
            </a:r>
          </a:p>
        </p:txBody>
      </p:sp>
    </p:spTree>
    <p:extLst>
      <p:ext uri="{BB962C8B-B14F-4D97-AF65-F5344CB8AC3E}">
        <p14:creationId xmlns:p14="http://schemas.microsoft.com/office/powerpoint/2010/main" val="3403806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31AFB-A627-2358-A524-8380D2EC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110B00-6AD8-D53C-9DD7-EA220FC0180B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2D3109E-D99A-B68F-046D-EF3F855BF1B2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D74F2D5-8D15-D1AE-FAF5-8A3489C47B2D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E8C80D6-75AA-B622-236C-49D4E2F451C6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690BFB0-522A-50DB-B3D8-D85BB7AF0BC3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24493EC-5554-B6AE-79FA-A83F4782FCAE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A7B2E8E-D90F-AB03-7E2D-B30F9D60F635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D30205E-2A3C-E3F6-4F8C-6C5E5C541F3B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B177342-A776-7201-1199-A47EDA7B0C49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9A1D8F2-C46F-6DF9-8EE9-F7BBC61F9745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2E65EDA7-D804-7E08-2934-DDA045A26786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B354CF0-66F7-79BD-DBA0-8BFD8B798B43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E4BF93F-6594-778E-671A-58083A358A6F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67F83FB8-A430-ABB7-3A73-4F73C9376A4A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1CC8C6F-A96A-B069-3D18-4747C64C9315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8ACB3C0-3D06-8BFA-1A4A-C18190511B5E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9B2679D-FBC9-0085-18C8-EBF71E42D97C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9F12F142-3113-E588-5682-8BB3A4D7A2A9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C5CAC61-01B7-DB5E-28BA-2007CF5744A4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C7FAD4D-9FC2-2CD2-80D9-F4C27317B738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5020CF0-7BE1-BBA6-865D-9678B3A82A29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A94E9EE-1182-0A78-823B-3018F6F52D1D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D986DB6-355F-905C-8928-F2439F7D24A5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0C7D3F3-773F-9BB6-EADC-59DD60B637B8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4E33FC4-826C-7EE4-61F7-13273333D84E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C9C7A1-4DF4-C85D-D698-38AA3BB29EC2}"/>
              </a:ext>
            </a:extLst>
          </p:cNvPr>
          <p:cNvSpPr txBox="1"/>
          <p:nvPr/>
        </p:nvSpPr>
        <p:spPr>
          <a:xfrm>
            <a:off x="1117016" y="3055962"/>
            <a:ext cx="73538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Rehan Ahmad</a:t>
            </a:r>
          </a:p>
        </p:txBody>
      </p:sp>
    </p:spTree>
    <p:extLst>
      <p:ext uri="{BB962C8B-B14F-4D97-AF65-F5344CB8AC3E}">
        <p14:creationId xmlns:p14="http://schemas.microsoft.com/office/powerpoint/2010/main" val="2155812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9205D-EEA3-7A0F-D435-EE9CCAAE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FF94AD-6321-669D-F21A-1BFB568B1D87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84C7B02-8977-94F1-8800-4D1AF08C7DC1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1786E88-A6C9-50FD-C935-39FABF7E5640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9AD4F2-4947-A547-A4FF-085A117B88EE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271BB6C-4598-551B-4519-6DC1513BE71B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CDF3231-CE71-9403-540F-73AB9A3E6154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94EE5CE-50A3-C7F9-40B4-02178D22B848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0BCA502-1006-7146-AE97-A3BE71B85BCE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F917B5F-9FF1-DD56-E07B-7D6543480DCD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21F0748A-87C0-9115-3C7B-4F45ED1C9764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F8D3BC74-7208-0EC2-C309-78D55ED576DB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FFA9EF2-F74A-F145-E531-97B15C8B67F4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980045B-32CA-2309-7743-F377CC4E74AE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B26D424-9AFD-9225-45A4-515C130765D4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22DB07A1-D5CB-E152-5A19-44F35E86342B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EA414DE0-7812-3FF9-C2C9-E6FA2E2B090E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F60B3520-A6FD-399A-9823-642B4C61C8E6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DB467650-2897-F717-B0CE-B6C5692CFDBE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7E63505-201D-2151-29C0-CD5DF2677CCC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D05BD34-0C3D-FD96-8A89-7C9BC64972F6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9FB1376-C3C2-9BFF-5F82-6AC5D3230F16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85D4A8C-0D28-CE6B-4AEE-19318A158B4B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F877721-BFFD-CEE4-3B4D-B25381206D0A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49269A8-6B25-70B5-FAC4-7B5215041B26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C9D1F8E-1852-D056-DCEB-3B48CA2D5EB7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616254-0E20-D86D-5EDA-9A4FC4727E0E}"/>
              </a:ext>
            </a:extLst>
          </p:cNvPr>
          <p:cNvSpPr txBox="1"/>
          <p:nvPr/>
        </p:nvSpPr>
        <p:spPr>
          <a:xfrm>
            <a:off x="1117016" y="3055962"/>
            <a:ext cx="751126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v-SE" sz="5400" dirty="0">
                <a:solidFill>
                  <a:srgbClr val="821442"/>
                </a:solidFill>
                <a:latin typeface="Kunstler Script"/>
              </a:rPr>
              <a:t>Muhammad Omer</a:t>
            </a:r>
            <a:endParaRPr lang="en-US" sz="5400" dirty="0">
              <a:solidFill>
                <a:srgbClr val="821442"/>
              </a:solidFill>
              <a:latin typeface="Kunstler Script"/>
            </a:endParaRPr>
          </a:p>
        </p:txBody>
      </p:sp>
    </p:spTree>
    <p:extLst>
      <p:ext uri="{BB962C8B-B14F-4D97-AF65-F5344CB8AC3E}">
        <p14:creationId xmlns:p14="http://schemas.microsoft.com/office/powerpoint/2010/main" val="1459086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CF3C-2E3B-AE1A-9FBB-24939029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C3C9D70-83D6-1D58-AAB1-B42CA8844786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565A15B-0AFA-D3EA-945A-B2C3D35E3960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09F538-66CC-B2AA-6F8A-144238531967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A6184A-6B1B-2FC0-4EC4-A863C4AFE005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B81007F-E9DE-1E7E-C15C-EF60A8A7FB78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78AE337-C15C-F7D5-827F-77AA6F19E53C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470D9C0-C984-3137-C3DA-3EBFD3319606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3CBEE20-B379-E574-A8CE-A6E0602DF30E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57B3D98-56CE-034B-BA5E-87BC47B82B0A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9463220-1B40-3B81-327F-6BE7A824F6EF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C966DFD-5AA0-D16D-BF16-844878911D8B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7B72846-76D9-5691-7D11-523D5C608743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7007B1E-C67A-CC24-13C8-3228E5D2066D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471A506A-1706-536E-9B8A-102D72BF54AC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AECAEF3-E977-DB53-CA67-99927CDA1019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2ADD198-28FB-9D1D-5AF1-2F8C998C274A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F05128D9-29A1-4BF7-9EEC-8311B6055BE3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538FA39A-8C4A-D816-6BD0-97533DA57753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5117EEB-FC9C-29CF-F4E2-0EF6721C81AF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7AE52D6-25AB-EAF9-AA09-1713570EE149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6CD14B5-5F5E-88DD-A9CE-6C5E356B7DD5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A22A037-A0DA-F2AB-1FA7-F063DEFFD069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E9B079E-F2EA-60BF-FD90-DD348F9707B9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2CFF7DF-1CC9-90B8-8E47-6BFDDECE92C8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D70F7D1-C69F-F31C-A3D4-B715171C2B2D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C3190B-CA24-ECE2-019B-2A8FC957A38A}"/>
              </a:ext>
            </a:extLst>
          </p:cNvPr>
          <p:cNvSpPr txBox="1"/>
          <p:nvPr/>
        </p:nvSpPr>
        <p:spPr>
          <a:xfrm>
            <a:off x="1117017" y="3055962"/>
            <a:ext cx="681242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Zainab Sattar </a:t>
            </a:r>
          </a:p>
        </p:txBody>
      </p:sp>
    </p:spTree>
    <p:extLst>
      <p:ext uri="{BB962C8B-B14F-4D97-AF65-F5344CB8AC3E}">
        <p14:creationId xmlns:p14="http://schemas.microsoft.com/office/powerpoint/2010/main" val="140815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C156-D68F-7F2A-225B-0BE2AD31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3582D-B0E4-4F19-CF9C-75CE9E4482FE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A7121E4-B636-111F-8918-A9ED870F0020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879CF0C-7687-D083-E4B6-F1EC8AF13F65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2F43F7-823B-5E71-FD96-DD7E03BB68CC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413FD57-1F51-3288-05B4-FF64DA448E5C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ACCA072-D1A3-38B2-4325-E303630A485A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98E9F90-1EF8-1043-D578-205DF346E317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6E48FE9-47BC-5D6F-694C-6E0B95CE458B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7528D3C-5259-E45C-53F0-87472F900314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F90DC81-CC3D-9366-AE67-8DD2E60021DF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89181F0C-A396-AC70-7412-4C5DC497BF7B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6201428-3297-528F-C003-E1BD827C2134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35F374D-1F8C-3F7E-493A-2026348D24E3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9CFBA681-57E2-A7EF-3E97-8A1344FF2403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5C968F6-1A64-24F6-DAB3-40EFAAAC8D73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A3283592-57F0-5086-14C3-E8422346241E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045A63A5-5A49-461E-6074-A8A433964BC5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D18E9A6D-3157-A746-0BE1-B826E65111D1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0CEA753-93C7-40C7-C104-54D52937BAF1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AB30A65-7B21-38CB-49DC-62E3A4CFA84B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4FDB833-0A1B-647B-E75A-E3525E02E76C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F5DC0BA-692B-156E-810A-E7DFA0711336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9AD789F-AFFB-154F-E9A5-3C15E39768B6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678F3A8-9902-6FFD-09B9-FC9225B41628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AF3AC75-2E81-9642-094E-648DDDBD76D4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8C7139-039D-4A47-9A2C-E76BAEE68568}"/>
              </a:ext>
            </a:extLst>
          </p:cNvPr>
          <p:cNvSpPr txBox="1"/>
          <p:nvPr/>
        </p:nvSpPr>
        <p:spPr>
          <a:xfrm>
            <a:off x="1117016" y="3055962"/>
            <a:ext cx="65918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 err="1">
                <a:solidFill>
                  <a:srgbClr val="821442"/>
                </a:solidFill>
                <a:latin typeface="Kunstler Script"/>
              </a:rPr>
              <a:t>Thevindu</a:t>
            </a:r>
            <a:r>
              <a:rPr lang="en-US" sz="5400" dirty="0">
                <a:solidFill>
                  <a:srgbClr val="821442"/>
                </a:solidFill>
                <a:latin typeface="Kunstler Script"/>
              </a:rPr>
              <a:t> Gunawardena</a:t>
            </a:r>
          </a:p>
        </p:txBody>
      </p:sp>
    </p:spTree>
    <p:extLst>
      <p:ext uri="{BB962C8B-B14F-4D97-AF65-F5344CB8AC3E}">
        <p14:creationId xmlns:p14="http://schemas.microsoft.com/office/powerpoint/2010/main" val="3223295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173AC-7339-D58B-7F84-761C3872D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2A5E44-7D94-FE99-1440-1E717562ACDD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C0ACD9D-8D04-3673-1356-26574F70E9E2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EA2A74A-A01A-FDEF-933A-A43B16B1577A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A2E2CB3-EDAB-33A2-CE5E-38D02E8CC428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E370DF1-9988-B1C0-AC02-F4791399CFBC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A24055E-6FC2-DC3D-AA00-C2F9BD8E04E4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8CC1258-F35D-CA72-1464-D78B0A1A9306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0525ED1-4814-FFEB-A5DE-C119B2DDE740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FE2FEF9-234C-312D-D7CB-004F43E73443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5D6FAF88-96AD-F1C6-6706-139588E674E8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CCED92AE-B1A1-12C1-BD7B-D78BB3980DE5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909A7D7-A279-56B5-1C5E-A9CB76859437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D773056-54AE-5BA4-F135-2C0C64375720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50698F25-4BFC-863C-2AF7-2E273863A35C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C34FD2D-C795-F345-E804-AA41B4907479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5DC5201-80C7-748B-C61E-1DCECD25C9F2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87D27E3-007A-655B-765B-A7CF6FEF70A3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99AA0946-E465-44A6-2EAA-D1E6EF38C828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43F56DC-2D8E-9976-69E0-D0C9C0B5F305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78B9BB3-5B67-9B4E-7EA7-B1A51ACC08F1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F30003E-1E5D-A206-AEE3-0F6AF3D1C4B8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1F1F670-2E61-FFA7-9D46-ADCEB8DF464A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8F8B720-EB6D-D75E-7ACB-7D829C4FD1F1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FBB2CBA-4731-1F26-0C73-4EEE1D20BA79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797C0C8-8720-1B92-6C37-D9725100AD58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F379F7-BCCE-A09B-E870-34355B698B49}"/>
              </a:ext>
            </a:extLst>
          </p:cNvPr>
          <p:cNvSpPr txBox="1"/>
          <p:nvPr/>
        </p:nvSpPr>
        <p:spPr>
          <a:xfrm>
            <a:off x="1117017" y="3055962"/>
            <a:ext cx="669409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Hassam Zahid </a:t>
            </a:r>
          </a:p>
        </p:txBody>
      </p:sp>
    </p:spTree>
    <p:extLst>
      <p:ext uri="{BB962C8B-B14F-4D97-AF65-F5344CB8AC3E}">
        <p14:creationId xmlns:p14="http://schemas.microsoft.com/office/powerpoint/2010/main" val="2704985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3AE39-BD84-7C72-1423-41B221DA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7A464B-01E4-0700-491C-1E6F1861CF46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E4281F2-98DE-252B-7DA7-1C5A484A9ADF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EC5D9A4-4009-F865-87A4-9E4628C6EFA9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07E804-5BB1-F17E-4B0E-8015A8CC5B43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2D8128D-ABD5-CEE8-0302-CFC7A8C6F007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D341C39-6118-9A19-E6F5-1EDE183D950A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10165A9-97FD-6576-24B5-A054FA7E8E25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575C1AE-2E07-BAE9-649F-FF676036FDE7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EE36962-1BD3-76F9-EE72-0F7A774C6EC4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C79D3C1D-5280-1F4D-5C2A-63004B0905CF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D74D6B4-2A33-F8C7-4D7D-19A31D957788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7A3481D-6839-97A8-EF5F-F90EC3BAE25A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42953AD-B8E2-907F-BD86-AA525404E4F5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0B142D80-B740-21E3-E35E-A734F5470F19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A1286D9-F9B4-BD84-B392-70B7E1E86F77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595419E-624F-9AF1-2D4A-5A4E59B70BAE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E892E44-08E3-5155-D2E4-F29FBF15674E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0FDEB6BC-E52C-5871-6A98-17295797613A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C28C5A4-DA52-40D3-F5F1-18FA543B6004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F217765-E2F9-8B01-A864-60770879622D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A47305B-BF94-EC46-AF70-1D2149A9622C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3641795-9122-0BD9-A0EB-5314BA56F80E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1DB843B-9F43-89DC-FC75-0263E46257B8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B966865-4E90-FA26-6BC0-8D4624AE42EF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E14FEDA-3E89-CD76-A423-2809AF4548E6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3091A-5ADD-FCB3-3BEB-0267B3494017}"/>
              </a:ext>
            </a:extLst>
          </p:cNvPr>
          <p:cNvSpPr txBox="1"/>
          <p:nvPr/>
        </p:nvSpPr>
        <p:spPr>
          <a:xfrm>
            <a:off x="1117017" y="3055962"/>
            <a:ext cx="612365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Fatima Khan</a:t>
            </a:r>
          </a:p>
        </p:txBody>
      </p:sp>
    </p:spTree>
    <p:extLst>
      <p:ext uri="{BB962C8B-B14F-4D97-AF65-F5344CB8AC3E}">
        <p14:creationId xmlns:p14="http://schemas.microsoft.com/office/powerpoint/2010/main" val="2423558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2C9C-24AF-665A-FB45-84B8F8ACB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F1ECC2-E66E-C4A5-EC07-9D6B2B531C46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D5294A5-5DB6-DE72-537B-EA377207CC60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BF6005-9A06-1439-BAD7-786875B226DA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E7ECD7F-D7E4-9B4A-21D7-07ABB854A7F4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4BA91ED-F88D-D243-E114-693A60C85602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1F7A5E1-B941-C89F-8E36-DAEC8463DE08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171177E-6D9D-6AAE-A358-13AA8407241D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E15F7D4-9EC9-5803-D3AC-4BE05ECFFA9B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56A8A02-E565-FB63-2F29-622D881183BE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B2969776-D3E9-0E29-B4DE-C14A0EADCDE9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46450F67-4D6C-5938-35EF-51508A76A189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9DCC2F7-DE27-CDAA-8D08-323398A7B8F8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3C32E41-1C86-F1F7-A17E-616D15CA597B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9A60311-560F-0DE5-A343-35CBA4DABDF3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50D5FA4-BDAA-B2D6-7312-DD38BF562881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1EFC171-B7E1-1B12-1AE4-63C7B51E8C3A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660744B8-D2C5-FA97-8D8E-70330288B5B2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B1CD5518-56AA-AC89-5234-7D50D7225ADD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DB30C69-76E8-B53F-C1E6-1D8ED511B3BD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9C1C2BC-EAD8-E560-B440-BA17DEF155B2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144D6CB-C0AF-6176-5EE1-7E4501A0F763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EC5CBF0-D9BC-7C52-5D71-EFD3A339BB68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3B5E7AD-1066-BFA1-8C21-3F1B24BB7B67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C8E157A-477E-4F57-4F58-DE7B8636F083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E0FCEB3-F598-41C7-1549-3CBA1F23A234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4D0FAC-5368-4B81-BFE1-47CB1F4DEEE2}"/>
              </a:ext>
            </a:extLst>
          </p:cNvPr>
          <p:cNvSpPr txBox="1"/>
          <p:nvPr/>
        </p:nvSpPr>
        <p:spPr>
          <a:xfrm>
            <a:off x="1117016" y="3055962"/>
            <a:ext cx="63077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Kadheeja Mohamed Fazeel</a:t>
            </a:r>
          </a:p>
        </p:txBody>
      </p:sp>
    </p:spTree>
    <p:extLst>
      <p:ext uri="{BB962C8B-B14F-4D97-AF65-F5344CB8AC3E}">
        <p14:creationId xmlns:p14="http://schemas.microsoft.com/office/powerpoint/2010/main" val="490132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DEA8-0544-A640-ECF3-5557AB5D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AE550DA-17F6-4DCC-B171-5596F5AAF3C8}"/>
              </a:ext>
            </a:extLst>
          </p:cNvPr>
          <p:cNvSpPr/>
          <p:nvPr/>
        </p:nvSpPr>
        <p:spPr>
          <a:xfrm>
            <a:off x="0" y="-3175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4F61120-5359-E9EE-4A17-13FD6C5CE23C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D6E4C1C-DEEF-E6AB-85FC-9A300BF788D8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20B1ECE-6949-5A18-41C5-E6DFDF8A27DD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4D02496-E0E1-F408-A83A-B50723CB1724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F108765-267B-5A86-FD1E-8637B59388EA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249AFFA-C6D2-4F53-1F86-CBCE1979D0B7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3649C32-BDFA-BDD0-F721-237EA5C226A8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F00B44F-247D-9A40-9753-E730F80826E4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E8DB41B-51F4-D838-FFA7-A3F3DBBC2ED9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1EEACBF-D36E-D3C5-A60A-7024746E42C1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6C3E2C9-E7B2-FAF3-1F7B-F934658D7E65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9DB7CF3-D5A3-A7EC-75BB-87AC299C935D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9BE32A41-C3B7-89B1-4372-26762063BDE0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0D445388-37DB-C7F0-4129-BF640C8EF650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F2BD797-7DCF-B553-C5FB-5577630FBB11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86ED7E15-31FF-D56C-51FE-191412BD10E7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FF9DABBD-7239-C347-E8F7-07D4DB37A40C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DBFB40B-8CE1-0284-8621-8BB1A439F4F0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E7C2FF4-A074-D7ED-F739-EED4437BC73B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31BE9A0-2E06-CC41-19E5-88DC761C8671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E682C23-AC4B-FEA5-AD39-C88942F402E8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58A55F1-86CE-FBE3-71A2-21F88502907E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DCECD53-D107-0A9D-4105-F1079B4485EF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B5FA7CD-9988-9B13-E282-CCE632B0ED6A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4E02FE-44C6-2F69-A43A-82B7A8C61276}"/>
              </a:ext>
            </a:extLst>
          </p:cNvPr>
          <p:cNvSpPr txBox="1"/>
          <p:nvPr/>
        </p:nvSpPr>
        <p:spPr>
          <a:xfrm>
            <a:off x="1007152" y="3075402"/>
            <a:ext cx="746431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Sami Ullah Iftikhar</a:t>
            </a:r>
          </a:p>
        </p:txBody>
      </p:sp>
    </p:spTree>
    <p:extLst>
      <p:ext uri="{BB962C8B-B14F-4D97-AF65-F5344CB8AC3E}">
        <p14:creationId xmlns:p14="http://schemas.microsoft.com/office/powerpoint/2010/main" val="1892997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623C-4E1B-DA0C-A5BB-43EA8E9B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83C9ED-F235-3DF9-0DD1-960502901886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7F1C80-D97D-8552-CA87-69EC773C2C83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AAE9E9D-B003-8D66-F300-0B18635CC0BA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8F8FD45-A57E-6B03-075E-C9C9F85A0E78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FECA7EF-FE90-ED33-3C3E-F316E00BA44C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CE61E27-13CA-3D62-B9CE-34F84188A01D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24B29EB-0FB2-C82A-3882-D6104321D6E0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0103F17-36C1-404D-53D5-984DE6025A40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B0A2417-A959-C1A2-FD2F-140DF38107F6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24A4A9C1-D27F-ADE3-C4E4-04A75647C555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E98FF115-A0E1-C109-4F57-AA142F6651A2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ED345EA-8F26-78F2-5F14-C1CE6DAAA2AA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7F47691-F9CD-B30E-A928-039E7482EE2F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16CC0882-A210-F14B-BB8E-75C1DAF2C279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68AA0A6-93DB-CEA1-F8CB-FF821E81DB18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122726B1-5282-FBB7-01B7-56362C9CD00B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A078D64-749C-3D5C-5F0D-50A2BA140759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0E544612-1CD9-6C9D-B579-B87E594544CD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5F380DD-69BE-42A5-041F-68A780541D3E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C97FE7D-FF1E-CE78-F8DC-C1469369ECB2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43F1681-7107-8F24-C697-4A1F2A1F8620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B9697D0-E978-FE29-68E9-94DED3AD0C78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9980A13-829A-BC0E-03BD-02571AE6DA5F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F753DC8-D095-6CAF-772F-303C9AE7B8D2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700604B-C3E8-7451-2939-4772293FB89B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FFF7DF-3DAA-013C-5742-8F4F9CD96F1E}"/>
              </a:ext>
            </a:extLst>
          </p:cNvPr>
          <p:cNvSpPr txBox="1"/>
          <p:nvPr/>
        </p:nvSpPr>
        <p:spPr>
          <a:xfrm>
            <a:off x="1117017" y="3055962"/>
            <a:ext cx="669409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Md Sayeed Ur Rahman</a:t>
            </a:r>
          </a:p>
        </p:txBody>
      </p:sp>
    </p:spTree>
    <p:extLst>
      <p:ext uri="{BB962C8B-B14F-4D97-AF65-F5344CB8AC3E}">
        <p14:creationId xmlns:p14="http://schemas.microsoft.com/office/powerpoint/2010/main" val="86756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50B5-13E0-3282-567D-25D31D47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BBD96D-A727-310B-A4D2-27066F10F356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D539F5D-D717-ED59-05B3-7F89F3B7853C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8C051D5-9B11-9018-1ED8-867197A9972C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AB1F779-ACA4-575D-6D32-3D536A8ECB28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6B74CA8-2C8B-C419-F192-EAC443E1114A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D0F571B-4676-6B02-399C-F4A01C9A41B1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E854C35-2457-21DE-1FA3-EDC7A07D064D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B2900EB-A19E-2115-3565-82A35E19C37A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FF4E8E9-81A1-866A-140A-72EC9111693B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4D3793D-124A-1D1D-0D0E-31E2FD8237E2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7824373-D1CE-151A-17CC-9DC8B8DF1C2F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117780F-78CB-91D7-5BF9-2CEE217D9C51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5B138A8-224E-2959-5CD1-F7A1DCBAB436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6D76F5FD-13CD-255B-1CFD-C93D87D33E34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4095436-C235-0E38-1A05-C031D4091E9F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FF5BF8C4-F953-2DC6-7B4E-B58CA9DE7EE2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F669131-8A90-7F3B-DA07-74402CE8F622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104EFF64-6E91-FED9-E850-E05B7A2B15C6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B08B530-EBF7-950F-E0EE-5382D5E46FBB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B969598-E089-EF95-3E61-A74FE524F083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B145E9C-3690-EF1C-0891-E8708DD28201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D3D48E4-3223-3956-6E6A-7A2955932110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2D2F198-D1EF-F7AC-9D5D-E7AD5AF0C347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1C28B15-9A76-AB6C-3CE1-AC27F94B2894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6B947C1-4898-6526-B1B0-58F2FDB7CE30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5D60C5-F987-43DA-4A8F-5C38FF7C9A99}"/>
              </a:ext>
            </a:extLst>
          </p:cNvPr>
          <p:cNvSpPr txBox="1"/>
          <p:nvPr/>
        </p:nvSpPr>
        <p:spPr>
          <a:xfrm>
            <a:off x="1117017" y="3055962"/>
            <a:ext cx="71812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5400" dirty="0">
                <a:solidFill>
                  <a:srgbClr val="821442"/>
                </a:solidFill>
                <a:latin typeface="Kunstler Script"/>
              </a:rPr>
              <a:t>Asiya Fazil Nazir </a:t>
            </a:r>
            <a:endParaRPr lang="en-US" sz="5400" dirty="0">
              <a:solidFill>
                <a:srgbClr val="821442"/>
              </a:solidFill>
              <a:latin typeface="Kunstler Script"/>
            </a:endParaRPr>
          </a:p>
        </p:txBody>
      </p:sp>
    </p:spTree>
    <p:extLst>
      <p:ext uri="{BB962C8B-B14F-4D97-AF65-F5344CB8AC3E}">
        <p14:creationId xmlns:p14="http://schemas.microsoft.com/office/powerpoint/2010/main" val="2987851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454B-C814-028A-A8CE-F86DEE32B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2D5229-768A-B9D1-1A07-2209AF0376CE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5805BD-0C4B-D19D-A6C2-45CEC3803837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98BFE7A-822E-906E-10AC-1C33B2991ED9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C8968D8-C646-41A8-0999-8A7D7E24E480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B61E191-33E7-6E63-A861-AFD1D623BF8C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31291F8-0E9D-068C-250A-933FA960401A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5B3018E-50F7-13F1-D888-C73966D08AAC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2CC0E65-9623-E773-0AB4-E8D878FED0E1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79947B0-F713-95E4-83A0-E059626D7E62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4BAFFC1-9FF0-C732-1462-392C5CA43D3E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FC806EF8-67AA-9A04-38CE-7C54BB7C8618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F70B846-FBB4-A1C9-ABFD-729E4BE757F5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44ECB7E-858F-2D9B-7B05-B6A3B1BD1C97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944CB81C-B097-491B-9E9B-D406114F8A97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AE2513A-7E54-B473-9560-72D3816E51D1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D8DC533-9658-B477-C16A-900553F74EEE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C56831A-9CB9-5887-85F6-67AAE562B2EA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8270B590-9722-C90A-36F4-A4091E631E70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D4D361F-4443-4AC0-76EE-24A31827BDD6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2E0FBD7-D305-B795-D1AD-4BF0ECB5E77A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C855A43-602C-652F-6943-9B4C096165D7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B29DD23-33EB-428F-04F8-FF1BE8FC82EC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456075F-B822-8468-7CF5-DD4362822230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2D237A5-20C2-CC09-064A-0F070DB34060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6059B34-CDDB-8835-121A-809B25E9E18B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19D0D4-9B49-1D7A-E456-10C8D1915FD3}"/>
              </a:ext>
            </a:extLst>
          </p:cNvPr>
          <p:cNvSpPr txBox="1"/>
          <p:nvPr/>
        </p:nvSpPr>
        <p:spPr>
          <a:xfrm>
            <a:off x="1117017" y="3055962"/>
            <a:ext cx="718126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rgbClr val="821442"/>
                </a:solidFill>
                <a:latin typeface="Kunstler Script"/>
              </a:rPr>
              <a:t>Amro Khalid </a:t>
            </a:r>
            <a:r>
              <a:rPr lang="en-US" sz="4800" dirty="0" err="1">
                <a:solidFill>
                  <a:srgbClr val="821442"/>
                </a:solidFill>
                <a:latin typeface="Kunstler Script"/>
              </a:rPr>
              <a:t>Eltayib</a:t>
            </a:r>
            <a:r>
              <a:rPr lang="en-US" sz="4800" dirty="0">
                <a:solidFill>
                  <a:srgbClr val="821442"/>
                </a:solidFill>
                <a:latin typeface="Kunstler Script"/>
              </a:rPr>
              <a:t> </a:t>
            </a:r>
            <a:r>
              <a:rPr lang="en-US" sz="4800" dirty="0" err="1">
                <a:solidFill>
                  <a:srgbClr val="821442"/>
                </a:solidFill>
                <a:latin typeface="Kunstler Script"/>
              </a:rPr>
              <a:t>Ahmedmohamed</a:t>
            </a:r>
            <a:endParaRPr lang="en-US" sz="4800" dirty="0">
              <a:solidFill>
                <a:srgbClr val="821442"/>
              </a:solidFill>
              <a:latin typeface="Kunstler Script"/>
            </a:endParaRPr>
          </a:p>
        </p:txBody>
      </p:sp>
    </p:spTree>
    <p:extLst>
      <p:ext uri="{BB962C8B-B14F-4D97-AF65-F5344CB8AC3E}">
        <p14:creationId xmlns:p14="http://schemas.microsoft.com/office/powerpoint/2010/main" val="930616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48D9-3FEE-E8CF-E199-3CE4FA01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5957D4-18AF-A0AF-3DA5-A89EF71B3D42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B09521D-99AA-1372-6CF7-B8B6F93073A2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B8496AE-B12F-9D10-ABB2-7C26EA6F5472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238306F-564E-0CE6-CB3C-9A4117D4C7B4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801C887-5F7D-DA5A-0C30-D605193DA140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7D58216-96BB-97BB-3FB9-D8477364499A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F60AE4D-E2E6-F00C-0D72-53F0A6D0134E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05F25F6-B183-2BFB-B3DE-E8E4BA2F657F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C7D0731-30A6-541A-DD1E-C79D59EFA58B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EAFE55E6-CB5E-05A1-BB72-BF35A68132B0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F09C3BE2-E161-AA5A-08E3-15D7554AF8CB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0B1C1C8-BC7D-449B-BE40-68AEB8FD7266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53268FB-EF75-1542-596D-735C1637DAF8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2D07EBE0-31C1-6B5D-0591-047E21F63560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4EFB805D-D020-8337-E06E-EC098D7FA300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3015A555-20B4-1823-E012-832F01E37EF9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F5E4C439-BEE7-880D-2B52-06A0D04893AD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936E3112-470B-7F35-4733-C7B74C0654BB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7B2CE2B-EEC4-0F76-7ADF-DA11B5C4358C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3B08A21-6A38-621B-08E8-EE2AE8CE61B7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1D84734-5247-680C-366F-0A7F656B47A6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8DE6CA2-4E4B-EF8A-F857-F6B8DB9E9256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0AC458C-DD1B-1149-E75B-24E1FF891C29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8F1AE63-4676-FF02-D7F9-8B8F74A2424E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17A4927-86E5-B1C2-24F7-F5C8D7997E05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59C174-725B-6BA3-C9E4-A5C0893C18A9}"/>
              </a:ext>
            </a:extLst>
          </p:cNvPr>
          <p:cNvSpPr txBox="1"/>
          <p:nvPr/>
        </p:nvSpPr>
        <p:spPr>
          <a:xfrm>
            <a:off x="1117017" y="3055962"/>
            <a:ext cx="71812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Fahad Bin Syed</a:t>
            </a:r>
          </a:p>
        </p:txBody>
      </p:sp>
    </p:spTree>
    <p:extLst>
      <p:ext uri="{BB962C8B-B14F-4D97-AF65-F5344CB8AC3E}">
        <p14:creationId xmlns:p14="http://schemas.microsoft.com/office/powerpoint/2010/main" val="1320004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ACA3-48B5-08CE-9B54-2B126213A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DA2A4C-4DF9-9487-8D32-A339DE8A25B3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8EA30C0-253C-EC1D-A095-69A272112568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FD8769F-3C71-E515-91DB-EA7DCE1A4000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B59FF28-89B6-3A05-2CD4-572BB22479A4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AB6CED4-2181-2F10-DF07-CCC446F6378F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5A6EC08-23D3-D9BC-5F90-1B5CEF993BEA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F3A28C9-322C-8A69-842C-C89A974D772F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84BF674-75A2-9016-6E88-1A5ECE2BF48F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D7F6211-8682-EBAE-5B98-106C42CEB0E8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7C191E33-EDBE-A60C-F8C0-7924109E0436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CE7F99F-92EF-9C30-69D4-43CA2AA43851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CF980A3-E01E-3082-B8FC-4DF15283424B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986DC09-E39D-1740-FCE3-B9246B008A07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266C953D-0F94-CB62-95E8-150677978269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F6D787C4-58EE-CB7F-2DA0-D7933662AC0D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AB74AFD9-5DE6-C3BE-2D1E-BFB143AB12A5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B95E467-B680-6709-C7A6-360A74B62223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B2337B73-75C4-554A-653E-7F3EBB117763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8C80927-4DAC-58D8-9FC4-A8C45573618B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EB6C98E-95EF-6BDA-8FC6-5F384B649F16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84C1F83-F680-FFEC-4B58-5E9B86FCD768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DE02A85-574A-D604-BAEC-53541C7FD9D4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4135621-E439-BB4D-C042-C7763D414E50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7051B42-2DFA-0AEE-B66F-6AA1AC2D1343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8B2DC16-8FBB-D423-D959-5EBE379C70B1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BBBCFB-4F48-92F4-8639-4935C7F4CB7B}"/>
              </a:ext>
            </a:extLst>
          </p:cNvPr>
          <p:cNvSpPr txBox="1"/>
          <p:nvPr/>
        </p:nvSpPr>
        <p:spPr>
          <a:xfrm>
            <a:off x="1117017" y="3055962"/>
            <a:ext cx="71812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Hala </a:t>
            </a:r>
            <a:r>
              <a:rPr lang="en-US" sz="5400" dirty="0" err="1">
                <a:solidFill>
                  <a:srgbClr val="821442"/>
                </a:solidFill>
                <a:latin typeface="Kunstler Script"/>
              </a:rPr>
              <a:t>Mutwakil</a:t>
            </a:r>
            <a:r>
              <a:rPr lang="en-US" sz="5400" dirty="0">
                <a:solidFill>
                  <a:srgbClr val="821442"/>
                </a:solidFill>
                <a:latin typeface="Kunstler Script"/>
              </a:rPr>
              <a:t>  Yousif Abdulla</a:t>
            </a:r>
          </a:p>
        </p:txBody>
      </p:sp>
    </p:spTree>
    <p:extLst>
      <p:ext uri="{BB962C8B-B14F-4D97-AF65-F5344CB8AC3E}">
        <p14:creationId xmlns:p14="http://schemas.microsoft.com/office/powerpoint/2010/main" val="2858888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37833-AE2E-4F0A-DCE1-06AF4762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83CF14-5933-1024-D7D3-772FB3A3F111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AD77B60-68EE-DA1E-A94F-F24EBC862559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96F1793-197A-22CA-4D75-DD74E07FBE1E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6A896B3-CCCE-24B7-19B1-05D2278A5051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497BAAA-6EDA-38B2-A23C-EE64B4BC5A1C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6737587-C7CF-4CBD-9645-8E718AC2A7D5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15D49D9-8EDE-60EA-2958-0953FB12A8F7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AAC772D-4B28-3C43-FDBE-8344335670B3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A4DFD4D-F42B-C125-BDBA-3FBDAACEC65C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F02227F-925A-EED6-C11C-56F8C1EB07E6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B196875-B92F-265E-2E60-9D520644707F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1A61F6E-573D-ED9E-9150-C55B46C8D6AE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8530F5C-4741-F74E-43C9-8DB147791131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4DC6AC2A-4A86-B686-FDB3-5DE0CE2B719C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FAE42318-C31D-9DE4-91E7-336E3113AECC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6EA7A62E-DE79-B207-4563-72972F5EFF8E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D78BE6C2-5035-97DD-F57E-543BB774940E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81292EAF-05FE-D6EC-8E56-CBB733E9703B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1BEE164-1304-9643-9A38-C8231544C4F9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5B64C8B-3CA7-0865-1E6D-6CADC80B5585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4EBE784-6B18-3014-FC02-F23B0A1BC2CD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63AA8A5-65EA-7241-3CB5-73433B764AB7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2B3C08F-64C1-2FBD-769B-FDDAB3CC4301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93D80FB-EE9A-609E-60ED-F64F8749E1F8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34467FA-E1B6-57FB-35E0-CE0A65F4EF34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4DFE32-65B9-8F4C-0EF9-9EB61FEAB8D6}"/>
              </a:ext>
            </a:extLst>
          </p:cNvPr>
          <p:cNvSpPr txBox="1"/>
          <p:nvPr/>
        </p:nvSpPr>
        <p:spPr>
          <a:xfrm>
            <a:off x="1117017" y="3055962"/>
            <a:ext cx="71812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Meerub Zahra Sattar Ahmad</a:t>
            </a:r>
          </a:p>
        </p:txBody>
      </p:sp>
    </p:spTree>
    <p:extLst>
      <p:ext uri="{BB962C8B-B14F-4D97-AF65-F5344CB8AC3E}">
        <p14:creationId xmlns:p14="http://schemas.microsoft.com/office/powerpoint/2010/main" val="1051061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C4F50-9F86-393C-F4DF-ACBC0C5E8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69B383-F579-D617-AA77-4C2EE497EF24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62E5582-CE8E-FB8C-7420-F5DFEF73D3FC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97924E3-662A-5298-106B-EB8DE3521C4F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492C6B3-4880-D026-68AC-25AF4D5C1309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61ABE35-86A2-F299-1584-CB416A14130B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2FF69BE-1D6C-4102-0E43-110C7371FD59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9A71E95-5F55-5E5E-FCA7-BED121E33430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A9E8F25-8A8A-F7BA-EB41-4D99F9391775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2400383-EF87-98EC-4E5A-794861843D6B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B6EE907-124E-1C54-2BF8-F5DA2764C705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F7A5C6A-9745-15B7-36E0-DD5C84D42EFE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F3178A5-3309-0B02-03A5-4A0ADB0D698D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494F33E-B57F-D64A-985F-953AE83900F7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5ADD3EDB-56CF-A41F-2AEB-F347C84C9C53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2D7B134-30A7-EE34-1D03-BE7A6D09814A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7B8DFFEE-4285-0BD4-2478-C4B96191C412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6E7371E8-C439-298C-FA13-48602AC04C3B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1EBD0262-A06E-77C0-2B06-9F930488261B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B8A0FD8-1980-6AC1-05AA-7007E2B88187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07CB0AD-7FF5-57EF-81B6-881780A8AD40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2139778-3848-358D-8D8C-D08B5B387B49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1CD40D3-B76F-27B5-AA51-168332CD89CB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CDF935F-0C8D-5AC6-D37F-57AABAD77A9C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A Level studies 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675A123-6411-9A82-D807-0144110D2AFC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AC5362D-AF06-FB52-864A-E07A5152FB9B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539C22-E2A8-901D-2CB8-A33BF9AE4950}"/>
              </a:ext>
            </a:extLst>
          </p:cNvPr>
          <p:cNvSpPr txBox="1"/>
          <p:nvPr/>
        </p:nvSpPr>
        <p:spPr>
          <a:xfrm>
            <a:off x="1117017" y="3055962"/>
            <a:ext cx="71812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rgbClr val="821442"/>
                </a:solidFill>
                <a:latin typeface="Kunstler Script"/>
              </a:rPr>
              <a:t>Mohamed Shazad Mohamed Siham</a:t>
            </a:r>
          </a:p>
        </p:txBody>
      </p:sp>
    </p:spTree>
    <p:extLst>
      <p:ext uri="{BB962C8B-B14F-4D97-AF65-F5344CB8AC3E}">
        <p14:creationId xmlns:p14="http://schemas.microsoft.com/office/powerpoint/2010/main" val="4212043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CA683-DFB3-7178-C436-21216C4B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828FF0-0B45-9428-C6DE-BAFA6165426F}"/>
              </a:ext>
            </a:extLst>
          </p:cNvPr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3BB7D48-B056-0782-086A-F09DC8B01AA4}"/>
              </a:ext>
            </a:extLst>
          </p:cNvPr>
          <p:cNvGrpSpPr/>
          <p:nvPr/>
        </p:nvGrpSpPr>
        <p:grpSpPr>
          <a:xfrm>
            <a:off x="335419" y="7082255"/>
            <a:ext cx="4862416" cy="143562"/>
            <a:chOff x="0" y="0"/>
            <a:chExt cx="1644952" cy="485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31A033-786F-77BB-C858-AF5962335DDD}"/>
                </a:ext>
              </a:extLst>
            </p:cNvPr>
            <p:cNvSpPr/>
            <p:nvPr/>
          </p:nvSpPr>
          <p:spPr>
            <a:xfrm>
              <a:off x="0" y="0"/>
              <a:ext cx="1644952" cy="48567"/>
            </a:xfrm>
            <a:custGeom>
              <a:avLst/>
              <a:gdLst/>
              <a:ahLst/>
              <a:cxnLst/>
              <a:rect l="l" t="t" r="r" b="b"/>
              <a:pathLst>
                <a:path w="1644952" h="48567">
                  <a:moveTo>
                    <a:pt x="0" y="0"/>
                  </a:moveTo>
                  <a:lnTo>
                    <a:pt x="1644952" y="0"/>
                  </a:lnTo>
                  <a:lnTo>
                    <a:pt x="1644952" y="48567"/>
                  </a:lnTo>
                  <a:lnTo>
                    <a:pt x="0" y="48567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6670B42-1D0E-C110-006A-34C2A068B3CA}"/>
                </a:ext>
              </a:extLst>
            </p:cNvPr>
            <p:cNvSpPr txBox="1"/>
            <p:nvPr/>
          </p:nvSpPr>
          <p:spPr>
            <a:xfrm>
              <a:off x="0" y="-28575"/>
              <a:ext cx="1644952" cy="77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237C8CC-3FC8-D407-0E4B-C1AC1EB3EABF}"/>
              </a:ext>
            </a:extLst>
          </p:cNvPr>
          <p:cNvGrpSpPr/>
          <p:nvPr/>
        </p:nvGrpSpPr>
        <p:grpSpPr>
          <a:xfrm rot="-5400000">
            <a:off x="-2030517" y="4705458"/>
            <a:ext cx="4862416" cy="178302"/>
            <a:chOff x="0" y="0"/>
            <a:chExt cx="1644952" cy="60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8666943-7485-4EBE-AC27-0C233AEA6425}"/>
                </a:ext>
              </a:extLst>
            </p:cNvPr>
            <p:cNvSpPr/>
            <p:nvPr/>
          </p:nvSpPr>
          <p:spPr>
            <a:xfrm>
              <a:off x="0" y="0"/>
              <a:ext cx="1644952" cy="60320"/>
            </a:xfrm>
            <a:custGeom>
              <a:avLst/>
              <a:gdLst/>
              <a:ahLst/>
              <a:cxnLst/>
              <a:rect l="l" t="t" r="r" b="b"/>
              <a:pathLst>
                <a:path w="1644952" h="60320">
                  <a:moveTo>
                    <a:pt x="0" y="0"/>
                  </a:moveTo>
                  <a:lnTo>
                    <a:pt x="1644952" y="0"/>
                  </a:lnTo>
                  <a:lnTo>
                    <a:pt x="1644952" y="60320"/>
                  </a:lnTo>
                  <a:lnTo>
                    <a:pt x="0" y="60320"/>
                  </a:lnTo>
                  <a:close/>
                </a:path>
              </a:pathLst>
            </a:custGeom>
            <a:solidFill>
              <a:srgbClr val="67143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35A61D0-826B-5700-65B3-D8DEA6D1CC8C}"/>
                </a:ext>
              </a:extLst>
            </p:cNvPr>
            <p:cNvSpPr txBox="1"/>
            <p:nvPr/>
          </p:nvSpPr>
          <p:spPr>
            <a:xfrm>
              <a:off x="0" y="-28575"/>
              <a:ext cx="1644952" cy="88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F8BCE44-98B3-2CC0-C9C2-1C07EC43B165}"/>
              </a:ext>
            </a:extLst>
          </p:cNvPr>
          <p:cNvGrpSpPr/>
          <p:nvPr/>
        </p:nvGrpSpPr>
        <p:grpSpPr>
          <a:xfrm>
            <a:off x="491163" y="475725"/>
            <a:ext cx="9709674" cy="6608550"/>
            <a:chOff x="0" y="0"/>
            <a:chExt cx="24963124" cy="169902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E582D44-F0AF-B1E4-00B8-5196515BAA67}"/>
                </a:ext>
              </a:extLst>
            </p:cNvPr>
            <p:cNvSpPr/>
            <p:nvPr/>
          </p:nvSpPr>
          <p:spPr>
            <a:xfrm>
              <a:off x="0" y="0"/>
              <a:ext cx="24963124" cy="16990278"/>
            </a:xfrm>
            <a:custGeom>
              <a:avLst/>
              <a:gdLst/>
              <a:ahLst/>
              <a:cxnLst/>
              <a:rect l="l" t="t" r="r" b="b"/>
              <a:pathLst>
                <a:path w="24963124" h="16990278">
                  <a:moveTo>
                    <a:pt x="24963124" y="279400"/>
                  </a:moveTo>
                  <a:lnTo>
                    <a:pt x="24963124" y="0"/>
                  </a:lnTo>
                  <a:lnTo>
                    <a:pt x="0" y="0"/>
                  </a:lnTo>
                  <a:lnTo>
                    <a:pt x="0" y="16990278"/>
                  </a:lnTo>
                  <a:lnTo>
                    <a:pt x="24963124" y="16990278"/>
                  </a:lnTo>
                  <a:lnTo>
                    <a:pt x="24963124" y="279400"/>
                  </a:lnTo>
                  <a:close/>
                  <a:moveTo>
                    <a:pt x="24884383" y="279400"/>
                  </a:moveTo>
                  <a:lnTo>
                    <a:pt x="24884383" y="16911537"/>
                  </a:lnTo>
                  <a:lnTo>
                    <a:pt x="78740" y="16911537"/>
                  </a:lnTo>
                  <a:lnTo>
                    <a:pt x="78740" y="78740"/>
                  </a:lnTo>
                  <a:lnTo>
                    <a:pt x="24884385" y="78740"/>
                  </a:lnTo>
                  <a:lnTo>
                    <a:pt x="24884385" y="279400"/>
                  </a:lnTo>
                  <a:close/>
                </a:path>
              </a:pathLst>
            </a:custGeom>
            <a:solidFill>
              <a:srgbClr val="8F6231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55EF360A-9CCD-9F1D-558E-DD775A6DC7CF}"/>
              </a:ext>
            </a:extLst>
          </p:cNvPr>
          <p:cNvSpPr/>
          <p:nvPr/>
        </p:nvSpPr>
        <p:spPr>
          <a:xfrm>
            <a:off x="1262443" y="1736705"/>
            <a:ext cx="6307753" cy="5254706"/>
          </a:xfrm>
          <a:custGeom>
            <a:avLst/>
            <a:gdLst/>
            <a:ahLst/>
            <a:cxnLst/>
            <a:rect l="l" t="t" r="r" b="b"/>
            <a:pathLst>
              <a:path w="6307753" h="5254706">
                <a:moveTo>
                  <a:pt x="0" y="0"/>
                </a:moveTo>
                <a:lnTo>
                  <a:pt x="6307753" y="0"/>
                </a:lnTo>
                <a:lnTo>
                  <a:pt x="6307753" y="5254706"/>
                </a:lnTo>
                <a:lnTo>
                  <a:pt x="0" y="5254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B9538290-4E8C-1A1D-264D-11511084B31B}"/>
              </a:ext>
            </a:extLst>
          </p:cNvPr>
          <p:cNvSpPr/>
          <p:nvPr/>
        </p:nvSpPr>
        <p:spPr>
          <a:xfrm>
            <a:off x="1172915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06C0F37-46D0-B050-6748-9A1478743F2B}"/>
              </a:ext>
            </a:extLst>
          </p:cNvPr>
          <p:cNvSpPr/>
          <p:nvPr/>
        </p:nvSpPr>
        <p:spPr>
          <a:xfrm flipH="1">
            <a:off x="8200000" y="0"/>
            <a:ext cx="2221443" cy="7933726"/>
          </a:xfrm>
          <a:custGeom>
            <a:avLst/>
            <a:gdLst/>
            <a:ahLst/>
            <a:cxnLst/>
            <a:rect l="l" t="t" r="r" b="b"/>
            <a:pathLst>
              <a:path w="2221443" h="7933726">
                <a:moveTo>
                  <a:pt x="2221444" y="0"/>
                </a:moveTo>
                <a:lnTo>
                  <a:pt x="0" y="0"/>
                </a:lnTo>
                <a:lnTo>
                  <a:pt x="0" y="7933726"/>
                </a:lnTo>
                <a:lnTo>
                  <a:pt x="2221444" y="7933726"/>
                </a:lnTo>
                <a:lnTo>
                  <a:pt x="222144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FD37529-6DFA-EA93-F2FE-83229DAD3AAF}"/>
              </a:ext>
            </a:extLst>
          </p:cNvPr>
          <p:cNvSpPr/>
          <p:nvPr/>
        </p:nvSpPr>
        <p:spPr>
          <a:xfrm>
            <a:off x="8204054" y="2504690"/>
            <a:ext cx="2440993" cy="3539809"/>
          </a:xfrm>
          <a:custGeom>
            <a:avLst/>
            <a:gdLst/>
            <a:ahLst/>
            <a:cxnLst/>
            <a:rect l="l" t="t" r="r" b="b"/>
            <a:pathLst>
              <a:path w="2440993" h="3539809">
                <a:moveTo>
                  <a:pt x="0" y="0"/>
                </a:moveTo>
                <a:lnTo>
                  <a:pt x="2440993" y="0"/>
                </a:lnTo>
                <a:lnTo>
                  <a:pt x="2440993" y="3539809"/>
                </a:lnTo>
                <a:lnTo>
                  <a:pt x="0" y="3539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62915FED-B6E7-E954-1866-1F1661717201}"/>
              </a:ext>
            </a:extLst>
          </p:cNvPr>
          <p:cNvSpPr/>
          <p:nvPr/>
        </p:nvSpPr>
        <p:spPr>
          <a:xfrm>
            <a:off x="3564763" y="5820184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DE74A257-91DF-121D-3B7B-A1714CFBA761}"/>
              </a:ext>
            </a:extLst>
          </p:cNvPr>
          <p:cNvSpPr/>
          <p:nvPr/>
        </p:nvSpPr>
        <p:spPr>
          <a:xfrm>
            <a:off x="5956610" y="5824946"/>
            <a:ext cx="1854505" cy="0"/>
          </a:xfrm>
          <a:prstGeom prst="line">
            <a:avLst/>
          </a:prstGeom>
          <a:ln w="9525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98CB3B9-0062-8990-552E-BF7CE835A374}"/>
              </a:ext>
            </a:extLst>
          </p:cNvPr>
          <p:cNvSpPr/>
          <p:nvPr/>
        </p:nvSpPr>
        <p:spPr>
          <a:xfrm>
            <a:off x="8408233" y="2665513"/>
            <a:ext cx="2005572" cy="2005572"/>
          </a:xfrm>
          <a:custGeom>
            <a:avLst/>
            <a:gdLst/>
            <a:ahLst/>
            <a:cxnLst/>
            <a:rect l="l" t="t" r="r" b="b"/>
            <a:pathLst>
              <a:path w="2005572" h="2005572">
                <a:moveTo>
                  <a:pt x="0" y="0"/>
                </a:moveTo>
                <a:lnTo>
                  <a:pt x="2005573" y="0"/>
                </a:lnTo>
                <a:lnTo>
                  <a:pt x="2005573" y="2005572"/>
                </a:lnTo>
                <a:lnTo>
                  <a:pt x="0" y="200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6AF60A90-D193-A3CB-5D3D-74CBD9C7EC70}"/>
              </a:ext>
            </a:extLst>
          </p:cNvPr>
          <p:cNvSpPr/>
          <p:nvPr/>
        </p:nvSpPr>
        <p:spPr>
          <a:xfrm>
            <a:off x="8628284" y="3011859"/>
            <a:ext cx="1572553" cy="1318821"/>
          </a:xfrm>
          <a:custGeom>
            <a:avLst/>
            <a:gdLst/>
            <a:ahLst/>
            <a:cxnLst/>
            <a:rect l="l" t="t" r="r" b="b"/>
            <a:pathLst>
              <a:path w="1572553" h="1318821">
                <a:moveTo>
                  <a:pt x="0" y="0"/>
                </a:moveTo>
                <a:lnTo>
                  <a:pt x="1572553" y="0"/>
                </a:lnTo>
                <a:lnTo>
                  <a:pt x="1572553" y="1318820"/>
                </a:lnTo>
                <a:lnTo>
                  <a:pt x="0" y="1318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DB0EFF8B-8418-5ABD-6D68-116863A222EB}"/>
              </a:ext>
            </a:extLst>
          </p:cNvPr>
          <p:cNvSpPr/>
          <p:nvPr/>
        </p:nvSpPr>
        <p:spPr>
          <a:xfrm>
            <a:off x="1226513" y="3948846"/>
            <a:ext cx="6364154" cy="0"/>
          </a:xfrm>
          <a:prstGeom prst="line">
            <a:avLst/>
          </a:prstGeom>
          <a:ln w="19050" cap="flat">
            <a:solidFill>
              <a:srgbClr val="F1E09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29E58FE-B0DA-9330-30BF-30C91902CB7E}"/>
              </a:ext>
            </a:extLst>
          </p:cNvPr>
          <p:cNvSpPr txBox="1"/>
          <p:nvPr/>
        </p:nvSpPr>
        <p:spPr>
          <a:xfrm>
            <a:off x="1172915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Kelvin Hornsby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PRINCIPAL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629CCAE-E7FA-4A6C-C082-25BDD67F92D4}"/>
              </a:ext>
            </a:extLst>
          </p:cNvPr>
          <p:cNvSpPr txBox="1"/>
          <p:nvPr/>
        </p:nvSpPr>
        <p:spPr>
          <a:xfrm>
            <a:off x="3564763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Benjamin Sharratt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VICE PRINCIPAL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D1F389E-796E-308D-AA3E-54510A7FA160}"/>
              </a:ext>
            </a:extLst>
          </p:cNvPr>
          <p:cNvSpPr txBox="1"/>
          <p:nvPr/>
        </p:nvSpPr>
        <p:spPr>
          <a:xfrm>
            <a:off x="5956610" y="5860855"/>
            <a:ext cx="1854505" cy="46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Ashita Sara Moraes</a:t>
            </a:r>
          </a:p>
          <a:p>
            <a:pPr algn="ctr">
              <a:lnSpc>
                <a:spcPts val="1872"/>
              </a:lnSpc>
            </a:pPr>
            <a:r>
              <a:rPr lang="en-US" sz="1671" spc="4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HEAD OF SIXTH FORM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7E81FDF-6494-247E-85E0-CC390DB5E181}"/>
              </a:ext>
            </a:extLst>
          </p:cNvPr>
          <p:cNvSpPr txBox="1"/>
          <p:nvPr/>
        </p:nvSpPr>
        <p:spPr>
          <a:xfrm>
            <a:off x="1234289" y="2601786"/>
            <a:ext cx="6006382" cy="2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1732" spc="308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THIS CERTIFIES THAT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066A270-BCC7-7C93-C60B-43A44ED34E22}"/>
              </a:ext>
            </a:extLst>
          </p:cNvPr>
          <p:cNvSpPr txBox="1"/>
          <p:nvPr/>
        </p:nvSpPr>
        <p:spPr>
          <a:xfrm>
            <a:off x="1234289" y="4216872"/>
            <a:ext cx="63640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Has successfully completed 13 years of Education or </a:t>
            </a:r>
            <a:r>
              <a:rPr lang="en-US" sz="1999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A Level studies </a:t>
            </a:r>
            <a:r>
              <a:rPr lang="en-US" sz="1999" dirty="0">
                <a:solidFill>
                  <a:srgbClr val="000000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in the British Education System at Arab Unity School, Dubai, UAE.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7E75E05-5E0B-5AF8-A2E4-E96FB273860B}"/>
              </a:ext>
            </a:extLst>
          </p:cNvPr>
          <p:cNvSpPr txBox="1"/>
          <p:nvPr/>
        </p:nvSpPr>
        <p:spPr>
          <a:xfrm>
            <a:off x="3347670" y="6668503"/>
            <a:ext cx="2137298" cy="32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2">
                <a:solidFill>
                  <a:srgbClr val="1A1A1A"/>
                </a:solidFill>
                <a:latin typeface="Ara Hamah 1982"/>
                <a:ea typeface="Ara Hamah 1982"/>
                <a:cs typeface="Ara Hamah 1982"/>
                <a:sym typeface="Ara Hamah 1982"/>
              </a:rPr>
              <a:t>13 JUNE 2026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6435D6D-012F-336F-F7C7-D7B4C0713543}"/>
              </a:ext>
            </a:extLst>
          </p:cNvPr>
          <p:cNvSpPr txBox="1"/>
          <p:nvPr/>
        </p:nvSpPr>
        <p:spPr>
          <a:xfrm>
            <a:off x="1172915" y="1239320"/>
            <a:ext cx="7125370" cy="87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</a:pPr>
            <a:r>
              <a:rPr lang="en-US" sz="8650" b="1">
                <a:solidFill>
                  <a:srgbClr val="821442"/>
                </a:solidFill>
                <a:latin typeface="Symphony Bold"/>
                <a:ea typeface="Symphony Bold"/>
                <a:cs typeface="Symphony Bold"/>
                <a:sym typeface="Symphony Bold"/>
              </a:rPr>
              <a:t>Certificate of Graduation</a:t>
            </a:r>
            <a:endParaRPr lang="en-US" sz="8650" b="1">
              <a:solidFill>
                <a:srgbClr val="821442"/>
              </a:solidFill>
              <a:latin typeface="Symphony Bold"/>
              <a:ea typeface="Symphony Bold"/>
              <a:cs typeface="Symphon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579E65-049A-E769-4FE0-05065A06B1B6}"/>
              </a:ext>
            </a:extLst>
          </p:cNvPr>
          <p:cNvSpPr txBox="1"/>
          <p:nvPr/>
        </p:nvSpPr>
        <p:spPr>
          <a:xfrm>
            <a:off x="1117017" y="3055962"/>
            <a:ext cx="71812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 err="1">
                <a:solidFill>
                  <a:srgbClr val="821442"/>
                </a:solidFill>
                <a:latin typeface="Kunstler Script"/>
              </a:rPr>
              <a:t>Tasfiqul</a:t>
            </a:r>
            <a:r>
              <a:rPr lang="en-US" sz="5400" dirty="0">
                <a:solidFill>
                  <a:srgbClr val="821442"/>
                </a:solidFill>
                <a:latin typeface="Kunstler Script"/>
              </a:rPr>
              <a:t> Islam Jihad</a:t>
            </a:r>
          </a:p>
        </p:txBody>
      </p:sp>
    </p:spTree>
    <p:extLst>
      <p:ext uri="{BB962C8B-B14F-4D97-AF65-F5344CB8AC3E}">
        <p14:creationId xmlns:p14="http://schemas.microsoft.com/office/powerpoint/2010/main" val="199015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1377</Words>
  <Application>Microsoft Office PowerPoint</Application>
  <PresentationFormat>Custom</PresentationFormat>
  <Paragraphs>296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Ara Hamah 1982</vt:lpstr>
      <vt:lpstr>Arial</vt:lpstr>
      <vt:lpstr>Kunstler Script</vt:lpstr>
      <vt:lpstr>Symphony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Y13 Grad Certificate June 2026</dc:title>
  <cp:lastModifiedBy>Fredelson Pascua</cp:lastModifiedBy>
  <cp:revision>26</cp:revision>
  <dcterms:created xsi:type="dcterms:W3CDTF">2006-08-16T00:00:00Z</dcterms:created>
  <dcterms:modified xsi:type="dcterms:W3CDTF">2026-06-13T06:26:22Z</dcterms:modified>
  <dc:identifier>DAHLTcUVT9o</dc:identifier>
</cp:coreProperties>
</file>